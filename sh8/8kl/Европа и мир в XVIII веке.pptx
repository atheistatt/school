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E42D8-8081-4FDD-B78F-71B7D88B19E6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41E1E-1276-475E-9CB8-E341C3DD5B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8558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E42D8-8081-4FDD-B78F-71B7D88B19E6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41E1E-1276-475E-9CB8-E341C3DD5B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1503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E42D8-8081-4FDD-B78F-71B7D88B19E6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41E1E-1276-475E-9CB8-E341C3DD5B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5835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E42D8-8081-4FDD-B78F-71B7D88B19E6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41E1E-1276-475E-9CB8-E341C3DD5B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1720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E42D8-8081-4FDD-B78F-71B7D88B19E6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41E1E-1276-475E-9CB8-E341C3DD5B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8304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E42D8-8081-4FDD-B78F-71B7D88B19E6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41E1E-1276-475E-9CB8-E341C3DD5B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1412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E42D8-8081-4FDD-B78F-71B7D88B19E6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41E1E-1276-475E-9CB8-E341C3DD5B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8959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E42D8-8081-4FDD-B78F-71B7D88B19E6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41E1E-1276-475E-9CB8-E341C3DD5B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3155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E42D8-8081-4FDD-B78F-71B7D88B19E6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41E1E-1276-475E-9CB8-E341C3DD5B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9753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E42D8-8081-4FDD-B78F-71B7D88B19E6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41E1E-1276-475E-9CB8-E341C3DD5B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5154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E42D8-8081-4FDD-B78F-71B7D88B19E6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41E1E-1276-475E-9CB8-E341C3DD5B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8536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9E42D8-8081-4FDD-B78F-71B7D88B19E6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A41E1E-1276-475E-9CB8-E341C3DD5B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6658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Европа и мир в XVIII веке: модернизация и лидерство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1690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модернизаци</a:t>
            </a:r>
            <a:r>
              <a:rPr lang="ru-RU" b="1" dirty="0"/>
              <a:t>я</a:t>
            </a:r>
            <a:r>
              <a:rPr lang="ru-RU" dirty="0"/>
              <a:t> — перехода от традиционного аграрного общества к индустриальному.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2311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891881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Политический строй:</a:t>
            </a:r>
            <a:r>
              <a:rPr lang="ru-RU" dirty="0"/>
              <a:t> Укрепление независимых национальных государств, абсолютизма, государственного бюрократического аппарата и регулярных армий. Распространение идей веротерпимости.</a:t>
            </a:r>
            <a:br>
              <a:rPr lang="ru-RU" dirty="0"/>
            </a:br>
            <a:endParaRPr lang="ru-RU" dirty="0"/>
          </a:p>
        </p:txBody>
      </p:sp>
      <p:pic>
        <p:nvPicPr>
          <p:cNvPr id="1026" name="Picture 2" descr="Краткая биография людовика 14 король солнца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5370" y="2768600"/>
            <a:ext cx="2785556" cy="3931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738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Идеология:</a:t>
            </a:r>
            <a:r>
              <a:rPr lang="ru-RU" dirty="0"/>
              <a:t> Развитие эпохи Просвещения. Распространение концепций ответственности монарха перед обществом, снижение влияния церкви, проведение государственных реформ. К концу века — рост революционных движений (Америка, Франция).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7089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Экономическая политика:</a:t>
            </a:r>
            <a:r>
              <a:rPr lang="ru-RU" dirty="0"/>
              <a:t> Продолжение политики меркантилизма и протекционизма. Переход ключевого экономического соперничества в Европе от пары «Англия — Нидерланды» к «Англия — Франция».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1638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Социальная структура:</a:t>
            </a:r>
            <a:r>
              <a:rPr lang="ru-RU" dirty="0"/>
              <a:t> Проникновение капитализма в сельское хозяйство, постепенное размывание традиционных сеньориально-крестьянских отношений, обеднение части дворянства, массовое разорение ремесленников.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45405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Факторы «европейского чуда»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45" y="4122670"/>
            <a:ext cx="4853397" cy="1599704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«Европейское чудо» — процесс ускоренного экономического и технологического роста Европы в XVIII в., выведший её в мировые лидеры.</a:t>
            </a:r>
          </a:p>
        </p:txBody>
      </p:sp>
      <p:pic>
        <p:nvPicPr>
          <p:cNvPr id="2050" name="Picture 2" descr="Политическая карта европы 18 века на русском языке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443" y="1027906"/>
            <a:ext cx="6848319" cy="5581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7871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Географические и климатические:</a:t>
            </a:r>
            <a:r>
              <a:rPr lang="ru-RU" dirty="0"/>
              <a:t> Умеренный климат, отсутствие разрушительных вторжений кочевников.</a:t>
            </a:r>
          </a:p>
          <a:p>
            <a:r>
              <a:rPr lang="ru-RU" b="1" dirty="0"/>
              <a:t>Политическая конкуренция:</a:t>
            </a:r>
            <a:r>
              <a:rPr lang="ru-RU" dirty="0"/>
              <a:t> Отсутствие единой империи; наличие множества соперничающих государств при защите законодательных прав отдельных сословий и корпораций.</a:t>
            </a:r>
          </a:p>
          <a:p>
            <a:r>
              <a:rPr lang="ru-RU" b="1" dirty="0"/>
              <a:t>Ресурсы и денежная система:</a:t>
            </a:r>
            <a:r>
              <a:rPr lang="ru-RU" dirty="0"/>
              <a:t> Доступ к ресурсам Нового Света в результате Великих географических открытий.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2043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Социокультурные изменения:</a:t>
            </a:r>
            <a:r>
              <a:rPr lang="ru-RU" dirty="0"/>
              <a:t> Влияние Реформации (формирование протестантской этики, нацеленной на личный успех) и рост грамотности благодаря книгопечатанию.</a:t>
            </a:r>
          </a:p>
          <a:p>
            <a:r>
              <a:rPr lang="ru-RU" b="1" dirty="0"/>
              <a:t>Научно-техническая революция:</a:t>
            </a:r>
            <a:r>
              <a:rPr lang="ru-RU" dirty="0"/>
              <a:t> Интеграция науки и производства, создание новых приборов (микроскоп, барометр, термометр, паровой двигатель), проведение «военной революции».</a:t>
            </a:r>
          </a:p>
        </p:txBody>
      </p:sp>
    </p:spTree>
    <p:extLst>
      <p:ext uri="{BB962C8B-B14F-4D97-AF65-F5344CB8AC3E}">
        <p14:creationId xmlns:p14="http://schemas.microsoft.com/office/powerpoint/2010/main" val="2639915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Демографические процессы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В XVIII веке в Европе произошел устойчивый рост населения (со 110–120 млн до ~187 млн человек):</a:t>
            </a:r>
          </a:p>
          <a:p>
            <a:r>
              <a:rPr lang="ru-RU" b="1" dirty="0"/>
              <a:t>Причины снижения смертности:</a:t>
            </a:r>
            <a:r>
              <a:rPr lang="ru-RU" dirty="0"/>
              <a:t> Потепление климата, улучшение санитарных условий (вынос кладбищ за черту городов, карантинные меры), аграрные изменения (распространение картофеля и кукурузы из Нового Света).</a:t>
            </a:r>
          </a:p>
          <a:p>
            <a:r>
              <a:rPr lang="ru-RU" b="1" dirty="0"/>
              <a:t>Концепция мальтузианства:</a:t>
            </a:r>
            <a:r>
              <a:rPr lang="ru-RU" dirty="0"/>
              <a:t> В 1798 г. Томас Мальтус сформулировал теорию, согласно которой население растет в геометрической прогрессии, а средства к существованию — в арифметической. В реальности рост населения стимулировал экономический спрос и производство.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63283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Экономическое развитие и капитализм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Аграрная революция: Комплекс мер по повышению производительности сельского хозяйства (наиболее завершена в Англии).</a:t>
            </a:r>
          </a:p>
          <a:p>
            <a:r>
              <a:rPr lang="ru-RU" dirty="0" smtClean="0"/>
              <a:t>Промышленная революция: Переход от мануфактурного производства к фабричной системе и машинному труду.</a:t>
            </a:r>
          </a:p>
          <a:p>
            <a:r>
              <a:rPr lang="ru-RU" dirty="0" smtClean="0"/>
              <a:t>Смена институтов: Постепенный упадок цеховой системы и смещение центра производства на мануфактуры и фабрики.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52144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Транспортная революция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5153025" cy="4351338"/>
          </a:xfrm>
        </p:spPr>
        <p:txBody>
          <a:bodyPr>
            <a:normAutofit lnSpcReduction="10000"/>
          </a:bodyPr>
          <a:lstStyle/>
          <a:p>
            <a:r>
              <a:rPr lang="ru-RU" dirty="0"/>
              <a:t>Развитие производства потребовало модернизации путей сообщения:</a:t>
            </a:r>
          </a:p>
          <a:p>
            <a:r>
              <a:rPr lang="ru-RU" dirty="0"/>
              <a:t>Внедрение твердых дорожных покрытий и постройка платных дорог (в Англии к 1800 г. — до 20% дорожной сети).</a:t>
            </a:r>
          </a:p>
          <a:p>
            <a:r>
              <a:rPr lang="ru-RU" dirty="0"/>
              <a:t>Строительство судоходных каналов и углубление русел рек для перевозки тяжелых грузов (угля, металлов).</a:t>
            </a:r>
          </a:p>
          <a:p>
            <a:endParaRPr lang="ru-RU" dirty="0"/>
          </a:p>
        </p:txBody>
      </p:sp>
      <p:pic>
        <p:nvPicPr>
          <p:cNvPr id="3074" name="Picture 2" descr="Дилижанс - Jaaj.Cl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1225" y="2052637"/>
            <a:ext cx="6191250" cy="4124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48722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Международная торговля и колониальная экспансия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Европейское разделение труда:</a:t>
            </a:r>
            <a:r>
              <a:rPr lang="ru-RU" dirty="0"/>
              <a:t> Развитие специализации регионов (Восточная Европа — зерно и сырье, Северная — металлы, Англия — ткани и промтовары, Франция — предметы роскоши).</a:t>
            </a:r>
          </a:p>
          <a:p>
            <a:r>
              <a:rPr lang="ru-RU" b="1" dirty="0"/>
              <a:t>Финансовые институты:</a:t>
            </a:r>
            <a:r>
              <a:rPr lang="ru-RU" dirty="0"/>
              <a:t> Развитие бирж и торговли ценными бумагами. Главный центр международных займов — Амстердам.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177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«Треугольная торговля»:</a:t>
            </a:r>
            <a:r>
              <a:rPr lang="ru-RU" dirty="0"/>
              <a:t> Торговая система между Европой, Африкой и Америкой (вывоз промышленных товаров в Африку -&gt; закупка и перевозка рабов в Вест-Индию/Америку -&gt; ввоз колониальных товаров в Европу).</a:t>
            </a:r>
          </a:p>
          <a:p>
            <a:r>
              <a:rPr lang="ru-RU" b="1" dirty="0"/>
              <a:t>Изменение баланса сил на Востоке:</a:t>
            </a:r>
            <a:r>
              <a:rPr lang="ru-RU" dirty="0"/>
              <a:t> Ослабление традиционных держав (Османская империя, Иран, Держава Великих Моголов). Переход европейцев к переделу мировых рынков и установлению колониального господства.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2044106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567</Words>
  <Application>Microsoft Office PowerPoint</Application>
  <PresentationFormat>Широкоэкранный</PresentationFormat>
  <Paragraphs>30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Тема Office</vt:lpstr>
      <vt:lpstr>Европа и мир в XVIII веке: модернизация и лидерство </vt:lpstr>
      <vt:lpstr>модернизация — перехода от традиционного аграрного общества к индустриальному.</vt:lpstr>
      <vt:lpstr>Политический строй: Укрепление независимых национальных государств, абсолютизма, государственного бюрократического аппарата и регулярных армий. Распространение идей веротерпимости. </vt:lpstr>
      <vt:lpstr>Презентация PowerPoint</vt:lpstr>
      <vt:lpstr>Презентация PowerPoint</vt:lpstr>
      <vt:lpstr>Презентация PowerPoint</vt:lpstr>
      <vt:lpstr>Факторы «европейского чуда» </vt:lpstr>
      <vt:lpstr>Презентация PowerPoint</vt:lpstr>
      <vt:lpstr>Презентация PowerPoint</vt:lpstr>
      <vt:lpstr>Демографические процессы</vt:lpstr>
      <vt:lpstr>Экономическое развитие и капитализм</vt:lpstr>
      <vt:lpstr>Транспортная революция</vt:lpstr>
      <vt:lpstr>Международная торговля и колониальная экспансия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Европа и мир в XVIII веке: модернизация и лидерство </dc:title>
  <dc:creator>Андрей Николаевич</dc:creator>
  <cp:lastModifiedBy>Андрей Николаевич</cp:lastModifiedBy>
  <cp:revision>8</cp:revision>
  <dcterms:created xsi:type="dcterms:W3CDTF">2026-09-01T03:58:28Z</dcterms:created>
  <dcterms:modified xsi:type="dcterms:W3CDTF">2026-09-01T04:31:28Z</dcterms:modified>
</cp:coreProperties>
</file>
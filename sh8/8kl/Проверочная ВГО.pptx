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1BB3-12FF-4AC8-B9D9-50D93BD63C07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C2A7-8A2A-4D46-913C-AB07D8A62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307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1BB3-12FF-4AC8-B9D9-50D93BD63C07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C2A7-8A2A-4D46-913C-AB07D8A62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235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1BB3-12FF-4AC8-B9D9-50D93BD63C07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C2A7-8A2A-4D46-913C-AB07D8A62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12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1BB3-12FF-4AC8-B9D9-50D93BD63C07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C2A7-8A2A-4D46-913C-AB07D8A62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608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1BB3-12FF-4AC8-B9D9-50D93BD63C07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C2A7-8A2A-4D46-913C-AB07D8A62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42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1BB3-12FF-4AC8-B9D9-50D93BD63C07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C2A7-8A2A-4D46-913C-AB07D8A62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515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1BB3-12FF-4AC8-B9D9-50D93BD63C07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C2A7-8A2A-4D46-913C-AB07D8A62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628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1BB3-12FF-4AC8-B9D9-50D93BD63C07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C2A7-8A2A-4D46-913C-AB07D8A62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34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1BB3-12FF-4AC8-B9D9-50D93BD63C07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C2A7-8A2A-4D46-913C-AB07D8A62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731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1BB3-12FF-4AC8-B9D9-50D93BD63C07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C2A7-8A2A-4D46-913C-AB07D8A62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859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1BB3-12FF-4AC8-B9D9-50D93BD63C07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CC2A7-8A2A-4D46-913C-AB07D8A62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98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01BB3-12FF-4AC8-B9D9-50D93BD63C07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CC2A7-8A2A-4D46-913C-AB07D8A62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20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19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0025"/>
            <a:ext cx="10515600" cy="59769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Объясните, почему именно европейцы оказались способны к дальним океанским плаваниям. Назовите не менее трёх разных условий и покажите, как каждое из них помогало осуществлению путешествий.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Как первоначальная цель этих плаваний постепенно изменилась? Ответ объясните, опираясь минимум на два фрагмента текста.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Представьте, что вам нужно объяснить младшему школьнику, </a:t>
            </a:r>
            <a:r>
              <a:rPr lang="ru-RU" b="1" dirty="0" smtClean="0"/>
              <a:t>почему путешествие Магеллана можно считать продолжением замысла Колумба</a:t>
            </a:r>
            <a:r>
              <a:rPr lang="ru-RU" dirty="0" smtClean="0"/>
              <a:t>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Почему численное превосходство местных жителей не спасло их от завоевания? Назовите две причины и определите, какая из них, согласно тексту, имела большее значение.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Используя текст, сравните </a:t>
            </a:r>
            <a:r>
              <a:rPr lang="ru-RU" b="1" dirty="0" smtClean="0"/>
              <a:t>испанскую колонизацию Южной Америки и английскую колонизацию Северной Америки</a:t>
            </a:r>
            <a:r>
              <a:rPr lang="ru-RU" dirty="0" smtClean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20687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Сравнительная таблица (Аналитическое ДЗ)</a:t>
            </a:r>
          </a:p>
          <a:p>
            <a:r>
              <a:rPr lang="ru-RU" b="1" dirty="0"/>
              <a:t>Задание:</a:t>
            </a:r>
            <a:r>
              <a:rPr lang="ru-RU" dirty="0"/>
              <a:t> Заполните таблицу сравнения 5 идеологий по следующим критериям:</a:t>
            </a:r>
          </a:p>
          <a:p>
            <a:r>
              <a:rPr lang="ru-RU" dirty="0"/>
              <a:t>Отношение к частной собственности</a:t>
            </a:r>
          </a:p>
          <a:p>
            <a:r>
              <a:rPr lang="ru-RU" dirty="0"/>
              <a:t>Роль государства в жизни общества</a:t>
            </a:r>
          </a:p>
          <a:p>
            <a:r>
              <a:rPr lang="ru-RU" dirty="0"/>
              <a:t>Отношение к равенству (какое равенство предлагается?)</a:t>
            </a:r>
          </a:p>
          <a:p>
            <a:r>
              <a:rPr lang="ru-RU" dirty="0"/>
              <a:t>Главный двигатель развития общества (разум, традиция, классовая борьба и т. д.)</a:t>
            </a:r>
          </a:p>
          <a:p>
            <a:r>
              <a:rPr lang="ru-RU" dirty="0"/>
              <a:t>Отношение к изменениям/революции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748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160</Words>
  <Application>Microsoft Office PowerPoint</Application>
  <PresentationFormat>Широкоэкранный</PresentationFormat>
  <Paragraphs>12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Андрей Николаевич</dc:creator>
  <cp:lastModifiedBy>Андрей Николаевич</cp:lastModifiedBy>
  <cp:revision>4</cp:revision>
  <dcterms:created xsi:type="dcterms:W3CDTF">2026-09-10T05:12:07Z</dcterms:created>
  <dcterms:modified xsi:type="dcterms:W3CDTF">2026-09-11T09:09:19Z</dcterms:modified>
</cp:coreProperties>
</file>
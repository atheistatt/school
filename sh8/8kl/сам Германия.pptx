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77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45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17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40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32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24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58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00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86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5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CC4C9-2DE7-4891-B310-F262399D3414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ACA41-5CF3-4A5D-B31A-308A9E102D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08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Почему Германия в XVIII в. не была единым государством?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Как Тридцатилетняя война повлияла на германские земли?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Почему Пруссия смогла стать великой державой?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Что общего и различного в реформах Фридриха II и Марии </a:t>
            </a:r>
            <a:r>
              <a:rPr lang="ru-RU" sz="3600" dirty="0" err="1" smtClean="0"/>
              <a:t>Терезии</a:t>
            </a:r>
            <a:r>
              <a:rPr lang="ru-RU" sz="3600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600" dirty="0" smtClean="0"/>
              <a:t>Почему реформы Иосифа II вызвали сопротивление и частично провалились?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3252697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Николаевич</dc:creator>
  <cp:lastModifiedBy>Андрей Николаевич</cp:lastModifiedBy>
  <cp:revision>1</cp:revision>
  <dcterms:created xsi:type="dcterms:W3CDTF">2026-09-21T06:14:08Z</dcterms:created>
  <dcterms:modified xsi:type="dcterms:W3CDTF">2026-09-21T06:15:12Z</dcterms:modified>
</cp:coreProperties>
</file>
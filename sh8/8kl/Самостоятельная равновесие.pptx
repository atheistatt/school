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25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37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64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37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12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52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00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028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86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66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27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0B23E-8683-457C-9A7A-9FD40427F84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C2B38-4D03-4BE2-84E1-EE68DE7AA2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53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05097"/>
            <a:ext cx="10515600" cy="567186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Объясни, почему существование гегемонов оказалось неустойчивым.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Покажи на примере этих войн, почему государства XVIII века могли становиться союзниками даже при наличии собственных противоречий.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 тексте говорится, что Россия не имела неразрешимых противоречий с другими великими державами и поэтому могла сотрудничать с разными странами. </a:t>
            </a:r>
            <a:r>
              <a:rPr lang="ru-RU" b="1" dirty="0" smtClean="0"/>
              <a:t>Докажи по тексту, что это положение России действительно влияло на ход европейских конфликтов.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Объясни, как изменение характера войны было связано с изменением военной стратегии.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Почему Великобритания и Франция не ограничились борьбой друг с другом на европейском континенте?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533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91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Николаевич</dc:creator>
  <cp:lastModifiedBy>Андрей Николаевич</cp:lastModifiedBy>
  <cp:revision>3</cp:revision>
  <dcterms:created xsi:type="dcterms:W3CDTF">2026-09-14T04:08:52Z</dcterms:created>
  <dcterms:modified xsi:type="dcterms:W3CDTF">2026-09-14T13:55:02Z</dcterms:modified>
</cp:coreProperties>
</file>
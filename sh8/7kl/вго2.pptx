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239E7BB-DC38-4895-B091-5D25D6DF3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D998D8F1-B722-45C6-A439-CD1F0A0F3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99EDBA8-5524-4BCF-80B7-CC44E9D5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6DF2D84-674D-405C-863A-2ED1BB9E7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5D689CE-4641-46E8-9D70-3B4FEEBD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6956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049F52-A781-4A94-ACA8-EE3413B8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A2F3DEE-1D70-44EA-B02D-47874ABFD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8CD0159-CA1F-4CB1-8173-968E0A58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763646D-2864-4F48-9FCB-7A6E51D4F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DD8AE97-E447-4473-9D52-52179F25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0815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19058B1-D85C-446F-A32C-D3C4E4370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E1EBC466-C125-485B-A768-B4303757C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5C2D2854-7333-4909-B1D7-E671C33B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B7B2595-8B1E-4BDA-8B90-7B5B06FE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EF9F8DD-49BB-4F76-867F-66DB6C6E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3338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5B5F146-BE68-4174-91AF-34659371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2091784-C512-4730-8684-9E892CDB7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75D3A38-22DB-4E88-9D76-26D9F2442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8842D4C-8BAD-4C25-82F0-F7F36EF3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2B05DCD0-6C6D-4BC1-A38D-89179C49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94210D8-8C2C-4664-8AA5-22605797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1289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C447B68-5427-49F3-9CB3-82B4EB65D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1C5066C-4AB3-41A7-9795-1706B9BDD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7C98DF3-CCCE-41D3-A930-1F329FD1F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5B13785F-E228-43AB-B31D-F6AA25C178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7E977538-EA95-43C7-8FAF-28C2CF781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A27B83F-CC26-4279-BF88-8B564489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454E23A4-B761-4D98-ABD8-46E0D78B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8DBED7AA-8C67-4FA1-956A-714643024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8257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2AAE842-D4F6-4A33-92F0-DDCE40D2B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512BE07B-12BA-479D-9E6C-03C35BC64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D2799EEE-3507-40C9-8D8A-86F102B27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96D2890B-8EC1-438E-89DC-2FABE8847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09432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72D42C0C-6846-455E-AA89-A4C689D2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61EE2A29-486B-4188-9160-17D369795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F46F96E1-0B36-4C32-9720-9B98DA5C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71316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F9EF267-2F69-4B40-9C34-A08C7D6FB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33CE9A3-C16F-49E0-9D2F-F45B694DF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33BD1B87-E405-4F3B-8292-16C5D8418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D0E21446-0A8C-4822-96DE-6DDECF01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49A8D914-D260-45AB-B4DF-E8638B337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C21144C5-7D61-43F2-89ED-55FED861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70980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25BCB01-BCEC-4B6B-A10D-4F77A03BD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8E2E303D-320D-469D-B852-1F0CFC907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F21C975D-0B92-4683-9D71-B708E407B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1DC03DD1-779D-47FD-ABE7-5A3E7D00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42E848B9-103E-46B1-AF36-278F7E26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EB6CC37-C71F-4B94-AE17-A4A4F7EAF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6890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E2C3CA9-33FA-419A-B0FB-8444085E5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77243D36-C8E5-405B-A469-4747EE413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4C8DD79-68ED-4906-AF0A-C17FC522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B15B365-0C77-4B2E-B1C3-174C788A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E68786C-94FF-4CF2-BA62-650BE7E9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8856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EE055E3E-9B1A-4D4F-B080-C6E6D71541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A01B50AA-FFEF-4284-9E13-E57121810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427B48D-080B-4629-AC41-55CFCBD04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91C93E5-2733-420E-AE69-4A5DB7CC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1A26411-9171-4DE0-BCB0-9D2F0B5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77480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314B1E6-6472-47B1-91EF-0A17F9775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E331538C-4B42-441E-87D2-588499F27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B759924B-6AB4-4489-A480-304F6B3AD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5C532-DE24-4AEB-902B-ECE7D41FC487}" type="datetimeFigureOut">
              <a:rPr lang="ru-RU" smtClean="0"/>
              <a:pPr/>
              <a:t>19.09.2022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E750291-E1D0-40E6-B560-8F16C0F8C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68601E3-0D51-4627-B277-FC3A2FA00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2A979-6EDC-4C4B-B776-25F22835800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5575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8C6E2D89-80D3-4907-B625-5AFDB75C9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Христофор Колумб</a:t>
            </a:r>
          </a:p>
        </p:txBody>
      </p:sp>
      <p:pic>
        <p:nvPicPr>
          <p:cNvPr id="1034" name="Picture 10" descr="Христофор Колумб — герой или злодей, или Как появилась легенда о великом  исследователе">
            <a:extLst>
              <a:ext uri="{FF2B5EF4-FFF2-40B4-BE49-F238E27FC236}">
                <a16:creationId xmlns:a16="http://schemas.microsoft.com/office/drawing/2014/main" xmlns="" id="{9AFD49A7-4547-4E8A-870C-1B5928BF77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72361" y="1825625"/>
            <a:ext cx="744727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65631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ED7C800-D513-4333-93CC-BAB16233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Фердинанд и Изабелла</a:t>
            </a:r>
          </a:p>
        </p:txBody>
      </p:sp>
      <p:pic>
        <p:nvPicPr>
          <p:cNvPr id="2050" name="Picture 2" descr="Изабелла Кастильская и Фердинанд Арагонский: история любви, биографии">
            <a:extLst>
              <a:ext uri="{FF2B5EF4-FFF2-40B4-BE49-F238E27FC236}">
                <a16:creationId xmlns:a16="http://schemas.microsoft.com/office/drawing/2014/main" xmlns="" id="{D635C9C2-470E-410F-8803-8478E794B9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40415" y="1832891"/>
            <a:ext cx="381000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8734C66-9D41-4C7D-8D01-C6B04E92974F}"/>
              </a:ext>
            </a:extLst>
          </p:cNvPr>
          <p:cNvSpPr txBox="1"/>
          <p:nvPr/>
        </p:nvSpPr>
        <p:spPr>
          <a:xfrm>
            <a:off x="1066800" y="2438400"/>
            <a:ext cx="40796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1492 подписали договор что в случае удачной экспедиции Колумб будет вице-королем открытых земель</a:t>
            </a:r>
          </a:p>
        </p:txBody>
      </p:sp>
    </p:spTree>
    <p:extLst>
      <p:ext uri="{BB962C8B-B14F-4D97-AF65-F5344CB8AC3E}">
        <p14:creationId xmlns:p14="http://schemas.microsoft.com/office/powerpoint/2010/main" xmlns="" val="41789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0F89E03-B57B-4EFD-8F8B-08C66A01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Нинья, Пинта и Санта-Мария</a:t>
            </a:r>
          </a:p>
        </p:txBody>
      </p:sp>
      <p:pic>
        <p:nvPicPr>
          <p:cNvPr id="3074" name="Picture 2" descr="Каравеллы Колумба">
            <a:extLst>
              <a:ext uri="{FF2B5EF4-FFF2-40B4-BE49-F238E27FC236}">
                <a16:creationId xmlns:a16="http://schemas.microsoft.com/office/drawing/2014/main" xmlns="" id="{45D828A3-ED45-4354-8E7A-A480A2661A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37983" y="1561735"/>
            <a:ext cx="7243200" cy="5061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5627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E1C7970-6130-4504-B8F8-17A132A2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1492 </a:t>
            </a:r>
            <a:r>
              <a:rPr lang="ru-RU" dirty="0"/>
              <a:t>12 октября открыт остров Сан-Сальвадор</a:t>
            </a:r>
          </a:p>
        </p:txBody>
      </p:sp>
      <p:pic>
        <p:nvPicPr>
          <p:cNvPr id="4098" name="Picture 2" descr="Сан-Сальвадор, столица Сальвадора — подробная информация">
            <a:extLst>
              <a:ext uri="{FF2B5EF4-FFF2-40B4-BE49-F238E27FC236}">
                <a16:creationId xmlns:a16="http://schemas.microsoft.com/office/drawing/2014/main" xmlns="" id="{B89B3B25-E4A1-4CC9-ADE5-99B02115B7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92061" y="1825625"/>
            <a:ext cx="622539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33673EB-F297-4BEF-8086-C562EC33F9A7}"/>
              </a:ext>
            </a:extLst>
          </p:cNvPr>
          <p:cNvSpPr txBox="1"/>
          <p:nvPr/>
        </p:nvSpPr>
        <p:spPr>
          <a:xfrm>
            <a:off x="726830" y="2450123"/>
            <a:ext cx="26494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Первое плавание длилось 255 дней</a:t>
            </a:r>
          </a:p>
        </p:txBody>
      </p:sp>
    </p:spTree>
    <p:extLst>
      <p:ext uri="{BB962C8B-B14F-4D97-AF65-F5344CB8AC3E}">
        <p14:creationId xmlns:p14="http://schemas.microsoft.com/office/powerpoint/2010/main" xmlns="" val="252096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4019C0E-615C-4E35-82B3-91B5A5A7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Америго Веспуччи</a:t>
            </a:r>
          </a:p>
        </p:txBody>
      </p:sp>
      <p:pic>
        <p:nvPicPr>
          <p:cNvPr id="5122" name="Picture 2" descr="ВЕСПУЧЧИ Америго - биография, новости, фото, дата рождения, пресс-досье.  Персоналии ГлобалМСК.ру.">
            <a:extLst>
              <a:ext uri="{FF2B5EF4-FFF2-40B4-BE49-F238E27FC236}">
                <a16:creationId xmlns:a16="http://schemas.microsoft.com/office/drawing/2014/main" xmlns="" id="{55EBB2B1-5EE3-433C-9BCD-3AF7CDEB98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30815" y="607463"/>
            <a:ext cx="5523706" cy="552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73629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9C80392-8915-4D4B-AAFF-F0F5BD1F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Фернан Магеллан</a:t>
            </a:r>
          </a:p>
        </p:txBody>
      </p:sp>
      <p:pic>
        <p:nvPicPr>
          <p:cNvPr id="6146" name="Picture 2" descr="Занимательная история: 7 заслуг великого магеллана - Летидор">
            <a:extLst>
              <a:ext uri="{FF2B5EF4-FFF2-40B4-BE49-F238E27FC236}">
                <a16:creationId xmlns:a16="http://schemas.microsoft.com/office/drawing/2014/main" xmlns="" id="{C11A7E79-852A-41CA-96A1-EAFE91E1B31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90982" y="1825625"/>
            <a:ext cx="641003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46295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7736C59-EB9C-4856-9280-B6F343BF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Виктория</a:t>
            </a:r>
          </a:p>
        </p:txBody>
      </p:sp>
      <p:pic>
        <p:nvPicPr>
          <p:cNvPr id="7170" name="Picture 2" descr="Каракка «Виктория» — корабль Магеллана совершивший первое кругосветное  плавание | Парусники, яхты">
            <a:extLst>
              <a:ext uri="{FF2B5EF4-FFF2-40B4-BE49-F238E27FC236}">
                <a16:creationId xmlns:a16="http://schemas.microsoft.com/office/drawing/2014/main" xmlns="" id="{E3688D50-0687-4133-AA19-FF3C1C5CA3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01960" y="1825625"/>
            <a:ext cx="598807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138530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33FB4A9-469B-4FF5-AC6B-4E057F9B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Конкиста</a:t>
            </a:r>
          </a:p>
        </p:txBody>
      </p:sp>
      <p:pic>
        <p:nvPicPr>
          <p:cNvPr id="8194" name="Picture 2" descr="9 мифов (1) про конкистадоров - Proshloe">
            <a:extLst>
              <a:ext uri="{FF2B5EF4-FFF2-40B4-BE49-F238E27FC236}">
                <a16:creationId xmlns:a16="http://schemas.microsoft.com/office/drawing/2014/main" xmlns="" id="{5AFF09F4-76FD-4D11-A25D-ADD7C11D0E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36166" y="1825625"/>
            <a:ext cx="551966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377498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42525A6-AAEF-4A1C-AC57-53F847244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Колонизация</a:t>
            </a:r>
          </a:p>
        </p:txBody>
      </p:sp>
      <p:pic>
        <p:nvPicPr>
          <p:cNvPr id="9218" name="Picture 2" descr="Колонизация Нового Света (Победа при Босуорте) | Альтернативная История |  Fandom">
            <a:extLst>
              <a:ext uri="{FF2B5EF4-FFF2-40B4-BE49-F238E27FC236}">
                <a16:creationId xmlns:a16="http://schemas.microsoft.com/office/drawing/2014/main" xmlns="" id="{10E3003D-A989-4E3A-A791-F4A9998D4E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25083" y="1514841"/>
            <a:ext cx="5580006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50772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41</Words>
  <Application>Microsoft Office PowerPoint</Application>
  <PresentationFormat>Произвольный</PresentationFormat>
  <Paragraphs>11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Христофор Колумб</vt:lpstr>
      <vt:lpstr>Фердинанд и Изабелла</vt:lpstr>
      <vt:lpstr>Нинья, Пинта и Санта-Мария</vt:lpstr>
      <vt:lpstr>1492 12 октября открыт остров Сан-Сальвадор</vt:lpstr>
      <vt:lpstr>Америго Веспуччи</vt:lpstr>
      <vt:lpstr>Фернан Магеллан</vt:lpstr>
      <vt:lpstr>Виктория</vt:lpstr>
      <vt:lpstr>Конкиста</vt:lpstr>
      <vt:lpstr>Колонизация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Христофор Колумб</dc:title>
  <dc:creator>Андрей Алексеев</dc:creator>
  <cp:lastModifiedBy>8А класс</cp:lastModifiedBy>
  <cp:revision>7</cp:revision>
  <dcterms:created xsi:type="dcterms:W3CDTF">2022-09-18T16:00:56Z</dcterms:created>
  <dcterms:modified xsi:type="dcterms:W3CDTF">2022-09-19T09:58:33Z</dcterms:modified>
</cp:coreProperties>
</file>
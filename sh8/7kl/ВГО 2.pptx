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9E7BB-DC38-4895-B091-5D25D6DF3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98D8F1-B722-45C6-A439-CD1F0A0F3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9EDBA8-5524-4BCF-80B7-CC44E9D5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DF2D84-674D-405C-863A-2ED1BB9E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689CE-4641-46E8-9D70-3B4FEEBD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56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49F52-A781-4A94-ACA8-EE3413B8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2F3DEE-1D70-44EA-B02D-47874ABF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CD0159-CA1F-4CB1-8173-968E0A58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3646D-2864-4F48-9FCB-7A6E51D4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D8AE97-E447-4473-9D52-52179F25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15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058B1-D85C-446F-A32C-D3C4E437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EBC466-C125-485B-A768-B4303757C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2D2854-7333-4909-B1D7-E671C33B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B2595-8B1E-4BDA-8B90-7B5B06FE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F9F8DD-49BB-4F76-867F-66DB6C6E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3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5F146-BE68-4174-91AF-34659371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91784-C512-4730-8684-9E892CDB7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5D3A38-22DB-4E88-9D76-26D9F2442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42D4C-8BAD-4C25-82F0-F7F36EF3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05DCD0-6C6D-4BC1-A38D-89179C49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4210D8-8C2C-4664-8AA5-22605797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89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47B68-5427-49F3-9CB3-82B4EB65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C5066C-4AB3-41A7-9795-1706B9BDD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C98DF3-CCCE-41D3-A930-1F329FD1F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13785F-E228-43AB-B31D-F6AA25C17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E977538-EA95-43C7-8FAF-28C2CF781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27B83F-CC26-4279-BF88-8B564489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4E23A4-B761-4D98-ABD8-46E0D78B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BED7AA-8C67-4FA1-956A-71464302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57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AE842-D4F6-4A33-92F0-DDCE40D2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2BE07B-12BA-479D-9E6C-03C35BC6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799EEE-3507-40C9-8D8A-86F102B2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D2890B-8EC1-438E-89DC-2FABE884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43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2D42C0C-6846-455E-AA89-A4C689D2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EE2A29-486B-4188-9160-17D36979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6F96E1-0B36-4C32-9720-9B98DA5C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31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9EF267-2F69-4B40-9C34-A08C7D6F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CE9A3-C16F-49E0-9D2F-F45B694D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BD1B87-E405-4F3B-8292-16C5D841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E21446-0A8C-4822-96DE-6DDECF01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A8D914-D260-45AB-B4DF-E8638B33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1144C5-7D61-43F2-89ED-55FED861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98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BCB01-BCEC-4B6B-A10D-4F77A03B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2E303D-320D-469D-B852-1F0CFC907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1C975D-0B92-4683-9D71-B708E407B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C03DD1-779D-47FD-ABE7-5A3E7D00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E848B9-103E-46B1-AF36-278F7E26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B6CC37-C71F-4B94-AE17-A4A4F7EA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9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C3CA9-33FA-419A-B0FB-8444085E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243D36-C8E5-405B-A469-4747EE41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8DD79-68ED-4906-AF0A-C17FC522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15B365-0C77-4B2E-B1C3-174C788A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68786C-94FF-4CF2-BA62-650BE7E9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56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055E3E-9B1A-4D4F-B080-C6E6D7154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1B50AA-FFEF-4284-9E13-E57121810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27B48D-080B-4629-AC41-55CFCBD0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1C93E5-2733-420E-AE69-4A5DB7CC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A26411-9171-4DE0-BCB0-9D2F0B5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48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4B1E6-6472-47B1-91EF-0A17F977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1538C-4B42-441E-87D2-588499F27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9924B-6AB4-4489-A480-304F6B3AD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5C532-DE24-4AEB-902B-ECE7D41FC487}" type="datetimeFigureOut">
              <a:rPr lang="ru-RU" smtClean="0"/>
              <a:t>18.09.2022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50291-E1D0-40E6-B560-8F16C0F8C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601E3-0D51-4627-B277-FC3A2FA00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2A979-6EDC-4C4B-B776-25F228358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75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6E2D89-80D3-4907-B625-5AFDB75C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Христофор Колумб</a:t>
            </a:r>
          </a:p>
        </p:txBody>
      </p:sp>
      <p:pic>
        <p:nvPicPr>
          <p:cNvPr id="1034" name="Picture 10" descr="Христофор Колумб — герой или злодей, или Как появилась легенда о великом  исследователе">
            <a:extLst>
              <a:ext uri="{FF2B5EF4-FFF2-40B4-BE49-F238E27FC236}">
                <a16:creationId xmlns:a16="http://schemas.microsoft.com/office/drawing/2014/main" id="{9AFD49A7-4547-4E8A-870C-1B5928BF77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361" y="1825625"/>
            <a:ext cx="744727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31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7C800-D513-4333-93CC-BAB16233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Фердинанд и Изабелла</a:t>
            </a:r>
          </a:p>
        </p:txBody>
      </p:sp>
      <p:pic>
        <p:nvPicPr>
          <p:cNvPr id="2050" name="Picture 2" descr="Изабелла Кастильская и Фердинанд Арагонский: история любви, биографии">
            <a:extLst>
              <a:ext uri="{FF2B5EF4-FFF2-40B4-BE49-F238E27FC236}">
                <a16:creationId xmlns:a16="http://schemas.microsoft.com/office/drawing/2014/main" id="{D635C9C2-470E-410F-8803-8478E794B9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15" y="1832891"/>
            <a:ext cx="3810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734C66-9D41-4C7D-8D01-C6B04E92974F}"/>
              </a:ext>
            </a:extLst>
          </p:cNvPr>
          <p:cNvSpPr txBox="1"/>
          <p:nvPr/>
        </p:nvSpPr>
        <p:spPr>
          <a:xfrm>
            <a:off x="1066800" y="2438400"/>
            <a:ext cx="40796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1492 подписали договор что в случае удачной экспедиции Колумб будет вице-королем открытых земель</a:t>
            </a:r>
          </a:p>
        </p:txBody>
      </p:sp>
    </p:spTree>
    <p:extLst>
      <p:ext uri="{BB962C8B-B14F-4D97-AF65-F5344CB8AC3E}">
        <p14:creationId xmlns:p14="http://schemas.microsoft.com/office/powerpoint/2010/main" val="41789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89E03-B57B-4EFD-8F8B-08C66A01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Нинья, Пинта и Санта-Мария</a:t>
            </a:r>
          </a:p>
        </p:txBody>
      </p:sp>
      <p:pic>
        <p:nvPicPr>
          <p:cNvPr id="3074" name="Picture 2" descr="Каравеллы Колумба">
            <a:extLst>
              <a:ext uri="{FF2B5EF4-FFF2-40B4-BE49-F238E27FC236}">
                <a16:creationId xmlns:a16="http://schemas.microsoft.com/office/drawing/2014/main" id="{45D828A3-ED45-4354-8E7A-A480A2661A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983" y="1561735"/>
            <a:ext cx="7243200" cy="506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7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C7970-6130-4504-B8F8-17A132A2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1942 12 октября открыт остров Сан-Сальвадор</a:t>
            </a:r>
          </a:p>
        </p:txBody>
      </p:sp>
      <p:pic>
        <p:nvPicPr>
          <p:cNvPr id="4098" name="Picture 2" descr="Сан-Сальвадор, столица Сальвадора — подробная информация">
            <a:extLst>
              <a:ext uri="{FF2B5EF4-FFF2-40B4-BE49-F238E27FC236}">
                <a16:creationId xmlns:a16="http://schemas.microsoft.com/office/drawing/2014/main" id="{B89B3B25-E4A1-4CC9-ADE5-99B02115B7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061" y="1825625"/>
            <a:ext cx="62253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673EB-F297-4BEF-8086-C562EC33F9A7}"/>
              </a:ext>
            </a:extLst>
          </p:cNvPr>
          <p:cNvSpPr txBox="1"/>
          <p:nvPr/>
        </p:nvSpPr>
        <p:spPr>
          <a:xfrm>
            <a:off x="726830" y="2450123"/>
            <a:ext cx="26494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Первое плавание длилось 255 дней</a:t>
            </a:r>
          </a:p>
        </p:txBody>
      </p:sp>
    </p:spTree>
    <p:extLst>
      <p:ext uri="{BB962C8B-B14F-4D97-AF65-F5344CB8AC3E}">
        <p14:creationId xmlns:p14="http://schemas.microsoft.com/office/powerpoint/2010/main" val="252096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19C0E-615C-4E35-82B3-91B5A5A7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Америго Веспуччи</a:t>
            </a:r>
          </a:p>
        </p:txBody>
      </p:sp>
      <p:pic>
        <p:nvPicPr>
          <p:cNvPr id="5122" name="Picture 2" descr="ВЕСПУЧЧИ Америго - биография, новости, фото, дата рождения, пресс-досье.  Персоналии ГлобалМСК.ру.">
            <a:extLst>
              <a:ext uri="{FF2B5EF4-FFF2-40B4-BE49-F238E27FC236}">
                <a16:creationId xmlns:a16="http://schemas.microsoft.com/office/drawing/2014/main" id="{55EBB2B1-5EE3-433C-9BCD-3AF7CDEB98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815" y="607463"/>
            <a:ext cx="5523706" cy="552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29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80392-8915-4D4B-AAFF-F0F5BD1F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Фернан Магеллан</a:t>
            </a:r>
          </a:p>
        </p:txBody>
      </p:sp>
      <p:pic>
        <p:nvPicPr>
          <p:cNvPr id="6146" name="Picture 2" descr="Занимательная история: 7 заслуг великого магеллана - Летидор">
            <a:extLst>
              <a:ext uri="{FF2B5EF4-FFF2-40B4-BE49-F238E27FC236}">
                <a16:creationId xmlns:a16="http://schemas.microsoft.com/office/drawing/2014/main" id="{C11A7E79-852A-41CA-96A1-EAFE91E1B3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982" y="1825625"/>
            <a:ext cx="64100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95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36C59-EB9C-4856-9280-B6F343BF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Виктория</a:t>
            </a:r>
          </a:p>
        </p:txBody>
      </p:sp>
      <p:pic>
        <p:nvPicPr>
          <p:cNvPr id="7170" name="Picture 2" descr="Каракка «Виктория» — корабль Магеллана совершивший первое кругосветное  плавание | Парусники, яхты">
            <a:extLst>
              <a:ext uri="{FF2B5EF4-FFF2-40B4-BE49-F238E27FC236}">
                <a16:creationId xmlns:a16="http://schemas.microsoft.com/office/drawing/2014/main" id="{E3688D50-0687-4133-AA19-FF3C1C5CA3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960" y="1825625"/>
            <a:ext cx="59880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53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FB4A9-469B-4FF5-AC6B-4E057F9B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Конкиста</a:t>
            </a:r>
          </a:p>
        </p:txBody>
      </p:sp>
      <p:pic>
        <p:nvPicPr>
          <p:cNvPr id="8194" name="Picture 2" descr="9 мифов (1) про конкистадоров - Proshloe">
            <a:extLst>
              <a:ext uri="{FF2B5EF4-FFF2-40B4-BE49-F238E27FC236}">
                <a16:creationId xmlns:a16="http://schemas.microsoft.com/office/drawing/2014/main" id="{5AFF09F4-76FD-4D11-A25D-ADD7C11D0E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166" y="1825625"/>
            <a:ext cx="5519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49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525A6-AAEF-4A1C-AC57-53F84724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Колонизация</a:t>
            </a:r>
          </a:p>
        </p:txBody>
      </p:sp>
      <p:pic>
        <p:nvPicPr>
          <p:cNvPr id="9218" name="Picture 2" descr="Колонизация Нового Света (Победа при Босуорте) | Альтернативная История |  Fandom">
            <a:extLst>
              <a:ext uri="{FF2B5EF4-FFF2-40B4-BE49-F238E27FC236}">
                <a16:creationId xmlns:a16="http://schemas.microsoft.com/office/drawing/2014/main" id="{10E3003D-A989-4E3A-A791-F4A9998D4E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083" y="1514841"/>
            <a:ext cx="5580006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772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41</Words>
  <Application>Microsoft Office PowerPoint</Application>
  <PresentationFormat>Широкоэкранный</PresentationFormat>
  <Paragraphs>11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Христофор Колумб</vt:lpstr>
      <vt:lpstr>Фердинанд и Изабелла</vt:lpstr>
      <vt:lpstr>Нинья, Пинта и Санта-Мария</vt:lpstr>
      <vt:lpstr>1942 12 октября открыт остров Сан-Сальвадор</vt:lpstr>
      <vt:lpstr>Америго Веспуччи</vt:lpstr>
      <vt:lpstr>Фернан Магеллан</vt:lpstr>
      <vt:lpstr>Виктория</vt:lpstr>
      <vt:lpstr>Конкиста</vt:lpstr>
      <vt:lpstr>Колонизация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Христофор Колумб</dc:title>
  <dc:creator>Андрей Алексеев</dc:creator>
  <cp:lastModifiedBy>Андрей Алексеев</cp:lastModifiedBy>
  <cp:revision>6</cp:revision>
  <dcterms:created xsi:type="dcterms:W3CDTF">2022-09-18T16:00:56Z</dcterms:created>
  <dcterms:modified xsi:type="dcterms:W3CDTF">2022-09-18T16:45:24Z</dcterms:modified>
</cp:coreProperties>
</file>
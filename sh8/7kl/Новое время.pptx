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BE199-AF5C-439C-9526-B966A603B2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B018BAF-1E32-453C-9B1C-2ED07F88C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5F7EB4-9028-4032-BD6E-AA48D19F1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2C3D5-CE30-404D-8FD1-3BF33CB16F3A}" type="datetimeFigureOut">
              <a:rPr lang="ru-RU" smtClean="0"/>
              <a:t>01.09.2022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9B75EE-D462-4E5E-A0C9-2E2E89CF5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D47A29-05EF-45CB-A4AD-12F7654C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37B1-A48A-44B2-92D1-EA63BD100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813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95BAB5-E859-4AE7-9DFD-FB3932E1C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62B7C-E7BB-4FED-A277-22EF1F100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2AE054-BD21-450F-B9EF-43B1028F8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2C3D5-CE30-404D-8FD1-3BF33CB16F3A}" type="datetimeFigureOut">
              <a:rPr lang="ru-RU" smtClean="0"/>
              <a:t>01.09.2022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143622-17EA-4519-9177-70C0E9D5E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DCCAFA-4275-44C2-B2B0-F82FEA984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37B1-A48A-44B2-92D1-EA63BD100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91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28C7A0-A5DA-4558-AF61-B0C2A0AC4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C84C11-268C-4614-9120-E77E19699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DC403E-59D8-4B4D-BE20-85684DEA6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2C3D5-CE30-404D-8FD1-3BF33CB16F3A}" type="datetimeFigureOut">
              <a:rPr lang="ru-RU" smtClean="0"/>
              <a:t>01.09.2022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F3263F-F3A9-4DFB-B9FE-48D5537CD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C72196-2132-4A6A-98D0-3047EF8B8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37B1-A48A-44B2-92D1-EA63BD100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360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20C8BE-1B9F-4B3D-83FA-E115D5C96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D03172-D035-4B8E-BA5B-52AA6E7DBF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8295B35-3A25-4E91-A5D3-0D1A3A116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5C3B0E-D002-46A4-94FD-F308C7AB5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2C3D5-CE30-404D-8FD1-3BF33CB16F3A}" type="datetimeFigureOut">
              <a:rPr lang="ru-RU" smtClean="0"/>
              <a:t>01.09.2022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116D480-8F25-4A14-808E-39B33533F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842C14F-243D-400E-AB78-20AA18361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37B1-A48A-44B2-92D1-EA63BD100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958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514AB9-ABF4-48F5-A54A-8E03DDDC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DE1771-3CB3-419F-A4FA-B6AC20DB2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FE7ADC-D6AA-406B-8EEF-5BF98DDDE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CABA48A-DF46-497C-BB66-7EBAB9797F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AE96819-8BCF-4510-A74B-B5D153F273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D92BBFD-352E-4546-9B23-0EAA7CF6A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2C3D5-CE30-404D-8FD1-3BF33CB16F3A}" type="datetimeFigureOut">
              <a:rPr lang="ru-RU" smtClean="0"/>
              <a:t>01.09.2022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C6943C4-8268-4B92-9DAC-464D9F059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D271CAC-7F8D-448E-8C28-C6BF33DE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37B1-A48A-44B2-92D1-EA63BD100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277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9C0550-7849-4510-85F3-D8E505B66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EC38159-D0EC-405E-A231-190BBF9D1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2C3D5-CE30-404D-8FD1-3BF33CB16F3A}" type="datetimeFigureOut">
              <a:rPr lang="ru-RU" smtClean="0"/>
              <a:t>01.09.2022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3FD0AEE-74C3-4ACF-BDAD-739DD857E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BD5B3EB-52D9-456A-B057-FA956BC58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37B1-A48A-44B2-92D1-EA63BD100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518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46D0F4F-81B3-4BCD-8D8C-60D13B2E0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2C3D5-CE30-404D-8FD1-3BF33CB16F3A}" type="datetimeFigureOut">
              <a:rPr lang="ru-RU" smtClean="0"/>
              <a:t>01.09.2022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E042F89-8DBD-464C-B48D-8BF9EE60A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D9F2564-3BC1-4469-89F5-4E631E139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37B1-A48A-44B2-92D1-EA63BD100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501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CAA69F-BCCA-4EE8-ACA8-34A0A8E8B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281590-565D-41DA-8527-077FED429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4D7EBA-252C-4C30-9A37-57B706139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10D831-0611-4BDF-81B9-682B64CF4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2C3D5-CE30-404D-8FD1-3BF33CB16F3A}" type="datetimeFigureOut">
              <a:rPr lang="ru-RU" smtClean="0"/>
              <a:t>01.09.2022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B8301B-B712-4049-9C03-C1FB2F42D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D03B92-2FBF-4630-B49B-BB47C3D7B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37B1-A48A-44B2-92D1-EA63BD100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2348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DBBEC0-7329-4031-AD8C-6972402CA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07E23B-E19C-48EC-8FA2-E688696D1F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988C9-0B8B-4886-BF88-C8B8EAD50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1CC9FA-5DD5-429D-922E-65728FD5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2C3D5-CE30-404D-8FD1-3BF33CB16F3A}" type="datetimeFigureOut">
              <a:rPr lang="ru-RU" smtClean="0"/>
              <a:t>01.09.2022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046089-B10E-4CC2-A6F7-11FB8B176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CA9DDE-3ACC-4115-A6D2-9027FC49B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37B1-A48A-44B2-92D1-EA63BD100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724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7EFD99-6DB1-48F8-95D1-59E3F2941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8CD11A-BDC9-4887-AA29-5DC267881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C2DD74-9909-4449-9F82-9A792D24F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2C3D5-CE30-404D-8FD1-3BF33CB16F3A}" type="datetimeFigureOut">
              <a:rPr lang="ru-RU" smtClean="0"/>
              <a:t>01.09.2022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6D9102-7FDB-4883-86C8-D7473534A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07ABDF-C470-4A60-B376-A5EC0717B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37B1-A48A-44B2-92D1-EA63BD100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25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FA2B36A-E38E-4BE5-9B57-86E8D62DD4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DE7FFA0-DE9E-4F90-8407-8D9290379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76D884-30BB-4172-853A-C38644471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2C3D5-CE30-404D-8FD1-3BF33CB16F3A}" type="datetimeFigureOut">
              <a:rPr lang="ru-RU" smtClean="0"/>
              <a:t>01.09.2022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ACB88E-62E9-477B-8F40-44CB16309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F83DA6-A774-4A31-A3E8-DACAE3191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37B1-A48A-44B2-92D1-EA63BD100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034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1DE8D6-8751-4D63-97F5-B2BBD4EAF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8B8BAE-087D-40AF-B82E-2CB122858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26B257-FA00-45BA-9E54-B3527FB6BE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2C3D5-CE30-404D-8FD1-3BF33CB16F3A}" type="datetimeFigureOut">
              <a:rPr lang="ru-RU" smtClean="0"/>
              <a:t>01.09.2022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9D30C4-38F3-4E66-A271-5E583ECF9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383AC0-089F-4E4C-B976-7A222889E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637B1-A48A-44B2-92D1-EA63BD100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7393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339975-FAD0-4433-89A7-BE1000F356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Новое время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C3E9278-DBA9-47CB-A4EB-9A3CCB0030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7889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3EAC99-1424-422F-BD6A-A4E80EC9C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472538-66CA-40FF-9CFC-E3F444502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/>
          <a:lstStyle/>
          <a:p>
            <a:r>
              <a:rPr lang="ru-RU" dirty="0" err="1"/>
              <a:t>Но́вое</a:t>
            </a:r>
            <a:r>
              <a:rPr lang="ru-RU" dirty="0"/>
              <a:t> </a:t>
            </a:r>
            <a:r>
              <a:rPr lang="ru-RU" dirty="0" err="1"/>
              <a:t>вре́мя</a:t>
            </a:r>
            <a:r>
              <a:rPr lang="ru-RU" dirty="0"/>
              <a:t>, или Новая история — период в истории человечества, находящийся между Средневековьем и Новейшим временем.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C40FC2-F412-4407-AE77-AC82ECD2E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42" y="1111983"/>
            <a:ext cx="5463100" cy="5380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5606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9D78EF-177B-4963-9BE3-B0111D40F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Эпоха возрождения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EB6AE7-D243-4127-B368-A909146ED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 вы знаете об эпохе возрождения?</a:t>
            </a:r>
          </a:p>
        </p:txBody>
      </p:sp>
    </p:spTree>
    <p:extLst>
      <p:ext uri="{BB962C8B-B14F-4D97-AF65-F5344CB8AC3E}">
        <p14:creationId xmlns:p14="http://schemas.microsoft.com/office/powerpoint/2010/main" val="177277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61A2BC-31BB-4D46-A50C-907B995CC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1DAE8A-CC4A-4F05-A9BB-484309C5E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050" name="Picture 2" descr="Эпоха Возрождения. Ренессанс">
            <a:extLst>
              <a:ext uri="{FF2B5EF4-FFF2-40B4-BE49-F238E27FC236}">
                <a16:creationId xmlns:a16="http://schemas.microsoft.com/office/drawing/2014/main" id="{4A192B18-8362-4A20-8858-F26A8EED3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36" y="-178289"/>
            <a:ext cx="2391288" cy="353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Общая характеристика эпохи Возрождения - Перекрёстки моды">
            <a:extLst>
              <a:ext uri="{FF2B5EF4-FFF2-40B4-BE49-F238E27FC236}">
                <a16:creationId xmlns:a16="http://schemas.microsoft.com/office/drawing/2014/main" id="{F77549E6-267A-4D3B-95D0-B73FF2B29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887" y="-76200"/>
            <a:ext cx="1800225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Тест: Разбираетесь ли вы в живописи эпохи Возрождения? | Конкурсы и тесты |  Аргументы и Факты">
            <a:extLst>
              <a:ext uri="{FF2B5EF4-FFF2-40B4-BE49-F238E27FC236}">
                <a16:creationId xmlns:a16="http://schemas.microsoft.com/office/drawing/2014/main" id="{1294FBD5-49E3-4228-A9B3-03E7D24EC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700" y="71438"/>
            <a:ext cx="3886545" cy="2580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История эпохи Возрождения - Ренессанс. История эпохи Возрождения">
            <a:extLst>
              <a:ext uri="{FF2B5EF4-FFF2-40B4-BE49-F238E27FC236}">
                <a16:creationId xmlns:a16="http://schemas.microsoft.com/office/drawing/2014/main" id="{2FB694F3-9FBE-4C1D-9116-6BEFA73A0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36" y="4001294"/>
            <a:ext cx="11041322" cy="2580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Давид (Микеланджело) — Википедия">
            <a:extLst>
              <a:ext uri="{FF2B5EF4-FFF2-40B4-BE49-F238E27FC236}">
                <a16:creationId xmlns:a16="http://schemas.microsoft.com/office/drawing/2014/main" id="{D5AEBCDF-66DC-4C30-A186-88CDD5814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3242" y="171449"/>
            <a:ext cx="2962803" cy="353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9965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89018C-08DB-48BE-97D7-67A597447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черты философии эпохи Возрождения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6C4E00-55A2-461C-9F1B-AE1857F2F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Антропоцентризм</a:t>
            </a:r>
            <a:r>
              <a:rPr lang="ru-RU" dirty="0"/>
              <a:t>: основные философские вопросы касаются человека. Он отделяется от божественного начала и рассматривается как самостоятельная система. Человек должен познать и развить себя, определить свои цели, в достижении которых нужно опираться на личные способности;</a:t>
            </a:r>
          </a:p>
          <a:p>
            <a:r>
              <a:rPr lang="ru-RU" b="1" dirty="0" err="1"/>
              <a:t>Антирелигиозность</a:t>
            </a:r>
            <a:r>
              <a:rPr lang="ru-RU" dirty="0"/>
              <a:t>: критикуются официальные католические утверждения; философия приобретает гражданский (светский), а не церковный характер. Центром всего больше не является Бог или космос;</a:t>
            </a:r>
          </a:p>
          <a:p>
            <a:r>
              <a:rPr lang="ru-RU" b="1" dirty="0"/>
              <a:t>Интерес к античности</a:t>
            </a:r>
            <a:r>
              <a:rPr lang="ru-RU" dirty="0"/>
              <a:t>: использовались идеи того времени; утверждения, содержащиеся в античных произведениях, составляли основу </a:t>
            </a:r>
            <a:r>
              <a:rPr lang="ru-RU" dirty="0" err="1"/>
              <a:t>гуманизма.Подробнее</a:t>
            </a:r>
            <a:r>
              <a:rPr lang="ru-RU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91420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D1CC86-05F7-47D0-AC22-68A7B0681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Гуманизм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8FA10E-788D-4E30-B399-3825E1B6F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 вы понимаете что такое гуманизм?</a:t>
            </a:r>
          </a:p>
        </p:txBody>
      </p:sp>
    </p:spTree>
    <p:extLst>
      <p:ext uri="{BB962C8B-B14F-4D97-AF65-F5344CB8AC3E}">
        <p14:creationId xmlns:p14="http://schemas.microsoft.com/office/powerpoint/2010/main" val="1907006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5F1A4-5281-4FD8-AAC7-0474A9B3C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Интерес к природе</a:t>
            </a:r>
          </a:p>
        </p:txBody>
      </p:sp>
      <p:pic>
        <p:nvPicPr>
          <p:cNvPr id="3074" name="Picture 2" descr="Эпоха Возрождения и ландшафтный дизайн">
            <a:extLst>
              <a:ext uri="{FF2B5EF4-FFF2-40B4-BE49-F238E27FC236}">
                <a16:creationId xmlns:a16="http://schemas.microsoft.com/office/drawing/2014/main" id="{8279E103-ABAF-4B63-85FD-EE698A5F713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134" y="1690687"/>
            <a:ext cx="7598019" cy="5105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9952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8FC8FD-318D-4BCA-99D2-E5435B89E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Реализм в искусстве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90377B-9748-4326-A36E-332A693B2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098" name="Picture 2" descr="Средневековая фреска масла женщины сбивая с дьяволом Стоковое Фото -  изображение насчитывающей картина, сатана: 90859270">
            <a:extLst>
              <a:ext uri="{FF2B5EF4-FFF2-40B4-BE49-F238E27FC236}">
                <a16:creationId xmlns:a16="http://schemas.microsoft.com/office/drawing/2014/main" id="{3116B96A-8929-41AC-B8E9-12EB1D3DD8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82" r="-1" b="13533"/>
          <a:stretch/>
        </p:blipFill>
        <p:spPr bwMode="auto">
          <a:xfrm>
            <a:off x="1436321" y="1343269"/>
            <a:ext cx="3312257" cy="5426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Дама с горностаем — Википедия">
            <a:extLst>
              <a:ext uri="{FF2B5EF4-FFF2-40B4-BE49-F238E27FC236}">
                <a16:creationId xmlns:a16="http://schemas.microsoft.com/office/drawing/2014/main" id="{2D9B29A4-BE5C-4DBC-AD23-6E2765AB9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687" y="1198319"/>
            <a:ext cx="3841992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3408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CB7AF5-4DED-4605-9C63-E4F9F9FC0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Великие географические открытия</a:t>
            </a:r>
          </a:p>
        </p:txBody>
      </p:sp>
      <p:pic>
        <p:nvPicPr>
          <p:cNvPr id="5122" name="Picture 2" descr="Великие географические открытия в таблицах">
            <a:extLst>
              <a:ext uri="{FF2B5EF4-FFF2-40B4-BE49-F238E27FC236}">
                <a16:creationId xmlns:a16="http://schemas.microsoft.com/office/drawing/2014/main" id="{935D56C6-E3AC-4E1E-9B11-8007DAEE4DA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503" y="1690688"/>
            <a:ext cx="8465069" cy="5014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8871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E4F34B-3D7C-41CD-91E6-E4B9FD878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Традиционное и современное общество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CF907C1-BF3D-40BE-87DD-5E83995F99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преобладание сельского хозяйства и ремесел</a:t>
            </a:r>
          </a:p>
          <a:p>
            <a:r>
              <a:rPr lang="ru-RU" dirty="0"/>
              <a:t>Собственность принадлежит общине или государству</a:t>
            </a:r>
          </a:p>
          <a:p>
            <a:r>
              <a:rPr lang="ru-RU" dirty="0"/>
              <a:t> Низкая степень урбанизации</a:t>
            </a:r>
          </a:p>
          <a:p>
            <a:r>
              <a:rPr lang="ru-RU" dirty="0"/>
              <a:t> Устойчивы традиции и обычаи</a:t>
            </a:r>
          </a:p>
          <a:p>
            <a:r>
              <a:rPr lang="ru-RU" dirty="0"/>
              <a:t>Сословные привилегии</a:t>
            </a:r>
          </a:p>
          <a:p>
            <a:r>
              <a:rPr lang="ru-RU" dirty="0"/>
              <a:t>Церковь имеет большое значение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C881277-A6D5-450D-A634-9F07F810BC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машинный труд, база экономики-промышленность</a:t>
            </a:r>
          </a:p>
          <a:p>
            <a:r>
              <a:rPr lang="ru-RU" dirty="0"/>
              <a:t> Собственность частная</a:t>
            </a:r>
          </a:p>
          <a:p>
            <a:r>
              <a:rPr lang="ru-RU" dirty="0"/>
              <a:t>Высокая урбанизация</a:t>
            </a:r>
          </a:p>
          <a:p>
            <a:r>
              <a:rPr lang="ru-RU" dirty="0"/>
              <a:t>Развивается массовая культура</a:t>
            </a:r>
          </a:p>
          <a:p>
            <a:r>
              <a:rPr lang="ru-RU" dirty="0"/>
              <a:t>Привилегии разрушаются</a:t>
            </a:r>
          </a:p>
          <a:p>
            <a:r>
              <a:rPr lang="ru-RU" dirty="0"/>
              <a:t>Государство занимает первое место</a:t>
            </a:r>
          </a:p>
        </p:txBody>
      </p:sp>
    </p:spTree>
    <p:extLst>
      <p:ext uri="{BB962C8B-B14F-4D97-AF65-F5344CB8AC3E}">
        <p14:creationId xmlns:p14="http://schemas.microsoft.com/office/powerpoint/2010/main" val="931512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B68DF5C9-E793-4E60-AFF4-1DE563821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Реформация церкви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CECFA2A3-9BC3-42A0-A83F-F8C6639F95F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Церковь объявила себя необходимым звеном, посредником между людьми и Богом</a:t>
            </a:r>
          </a:p>
          <a:p>
            <a:r>
              <a:rPr lang="ru-RU" dirty="0"/>
              <a:t>Отрицание авторитета декретов и посланий Папы Римского</a:t>
            </a:r>
          </a:p>
          <a:p>
            <a:r>
              <a:rPr lang="ru-RU" dirty="0"/>
              <a:t>Главным источником истины является не Церковь, а Священное Писание</a:t>
            </a:r>
          </a:p>
        </p:txBody>
      </p:sp>
      <p:pic>
        <p:nvPicPr>
          <p:cNvPr id="6146" name="Picture 2" descr="Credit: Art Images via Getty Images/Bridgeman Art Library">
            <a:extLst>
              <a:ext uri="{FF2B5EF4-FFF2-40B4-BE49-F238E27FC236}">
                <a16:creationId xmlns:a16="http://schemas.microsoft.com/office/drawing/2014/main" id="{EAD7AED5-783A-42BC-A38C-D4A126FDDF9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7477" y="1825625"/>
            <a:ext cx="298304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9287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1EDDA6-9662-4FE9-BF12-047E9E75E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Процесс индустриализации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2470FD6-E847-4F56-AAC7-065D6DD6B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ИНДУСТРИАЛИЗА́ЦИЯ (от лат. </a:t>
            </a:r>
            <a:r>
              <a:rPr lang="ru-RU" dirty="0" err="1"/>
              <a:t>indu­stria</a:t>
            </a:r>
            <a:r>
              <a:rPr lang="ru-RU" dirty="0"/>
              <a:t> – усер­дие, дея­тель­ность), об­ще­ми­ро­вой про­цесс пе­ре­во­да эко­но­ми­ки на </a:t>
            </a:r>
            <a:r>
              <a:rPr lang="ru-RU" dirty="0" err="1"/>
              <a:t>пром</a:t>
            </a:r>
            <a:r>
              <a:rPr lang="ru-RU" dirty="0"/>
              <a:t>. рель­сы, соз­да­ние и опе­ре­жаю­щий рост круп­но­го ма­шин­но­го </a:t>
            </a:r>
            <a:r>
              <a:rPr lang="ru-RU" dirty="0" err="1"/>
              <a:t>про­из-ва</a:t>
            </a:r>
            <a:r>
              <a:rPr lang="ru-RU" dirty="0"/>
              <a:t> во всех от­рас­лях эко­но­ми­ки. Функ­цио­наль­ная роль И. за­клю­ча­ет­ся в зна­чит. рос­те про­из­во­ди­тель­но­сти об­ществ. тру­да, уве­ли­че­нии тем­пов рос­та </a:t>
            </a:r>
            <a:r>
              <a:rPr lang="ru-RU" dirty="0" err="1"/>
              <a:t>про­из-ва</a:t>
            </a:r>
            <a:r>
              <a:rPr lang="ru-RU" dirty="0"/>
              <a:t> и про­из­водит. сил об­ще­ст­ва. Иг­ра­ет ре­шаю­щую роль в про­цес­се мо­дер­ни­за­ции.</a:t>
            </a:r>
          </a:p>
        </p:txBody>
      </p:sp>
    </p:spTree>
    <p:extLst>
      <p:ext uri="{BB962C8B-B14F-4D97-AF65-F5344CB8AC3E}">
        <p14:creationId xmlns:p14="http://schemas.microsoft.com/office/powerpoint/2010/main" val="1887210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82EA59-C454-423D-BF55-7463A8D4D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Человек нового времени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40C8182-B3FA-4475-9F6B-91E4CEF93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54103"/>
            <a:ext cx="10257021" cy="3139220"/>
          </a:xfrm>
        </p:spPr>
      </p:pic>
    </p:spTree>
    <p:extLst>
      <p:ext uri="{BB962C8B-B14F-4D97-AF65-F5344CB8AC3E}">
        <p14:creationId xmlns:p14="http://schemas.microsoft.com/office/powerpoint/2010/main" val="4016040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02C281-D0DB-4291-88C8-43C429403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43F974-C831-43D2-B16E-F7806436B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AutoShape 2" descr="Основные черты западноевропейского феодализма. Сословия.">
            <a:extLst>
              <a:ext uri="{FF2B5EF4-FFF2-40B4-BE49-F238E27FC236}">
                <a16:creationId xmlns:a16="http://schemas.microsoft.com/office/drawing/2014/main" id="{17773CA9-81B3-4A3E-88A3-4C534BF84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172" name="Picture 4" descr="Основные черты западноевропейского феодализма. Сословия.">
            <a:extLst>
              <a:ext uri="{FF2B5EF4-FFF2-40B4-BE49-F238E27FC236}">
                <a16:creationId xmlns:a16="http://schemas.microsoft.com/office/drawing/2014/main" id="{8B4EBC02-CBA4-4376-9937-609EF7A7D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40535"/>
            <a:ext cx="5220524" cy="3252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Начало XX столетия в объективе Джека Лондона. Знаменитый писатель в  качестве военкора и социального фотографа">
            <a:extLst>
              <a:ext uri="{FF2B5EF4-FFF2-40B4-BE49-F238E27FC236}">
                <a16:creationId xmlns:a16="http://schemas.microsoft.com/office/drawing/2014/main" id="{9E8C85F4-F16C-41F6-9D76-DACC3F141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8947" y="1477840"/>
            <a:ext cx="6370780" cy="4207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274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44CA9C-E639-4A61-940E-93A552E6D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EC6F53-BB4D-4EB0-BBD0-AFE879A59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Человек становится более самостоятельным</a:t>
            </a:r>
          </a:p>
          <a:p>
            <a:r>
              <a:rPr lang="ru-RU" dirty="0"/>
              <a:t>Появляется личность</a:t>
            </a:r>
          </a:p>
          <a:p>
            <a:r>
              <a:rPr lang="ru-RU" dirty="0"/>
              <a:t>Часто успеха достигают незнатные люди</a:t>
            </a:r>
          </a:p>
          <a:p>
            <a:r>
              <a:rPr lang="ru-RU" dirty="0"/>
              <a:t>Формируется буржуазия</a:t>
            </a:r>
          </a:p>
        </p:txBody>
      </p:sp>
    </p:spTree>
    <p:extLst>
      <p:ext uri="{BB962C8B-B14F-4D97-AF65-F5344CB8AC3E}">
        <p14:creationId xmlns:p14="http://schemas.microsoft.com/office/powerpoint/2010/main" val="3467510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63BDB8-31E9-4B53-A372-EC247043B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Наследие нового времени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EA4751-8B8D-4947-8415-088D62AE7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4662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2BC987-B8E1-41E4-A814-81395528F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Политическая система</a:t>
            </a:r>
          </a:p>
        </p:txBody>
      </p:sp>
      <p:pic>
        <p:nvPicPr>
          <p:cNvPr id="8194" name="Picture 2" descr="Казахстанский парламент: что такое и зачем он нужен? - МИСК">
            <a:extLst>
              <a:ext uri="{FF2B5EF4-FFF2-40B4-BE49-F238E27FC236}">
                <a16:creationId xmlns:a16="http://schemas.microsoft.com/office/drawing/2014/main" id="{5A201B1C-69C9-4F43-8161-25A1A39BA76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144" y="1825625"/>
            <a:ext cx="77357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7931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A5BCED-05E8-4B37-A4B4-D3B5838E1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Облик городов</a:t>
            </a:r>
          </a:p>
        </p:txBody>
      </p:sp>
      <p:pic>
        <p:nvPicPr>
          <p:cNvPr id="9218" name="Picture 2" descr="Флоренция-город Великих (часть первая)">
            <a:extLst>
              <a:ext uri="{FF2B5EF4-FFF2-40B4-BE49-F238E27FC236}">
                <a16:creationId xmlns:a16="http://schemas.microsoft.com/office/drawing/2014/main" id="{B5EAF6BA-01C7-407E-91A7-CB950E1F4E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673" y="1520825"/>
            <a:ext cx="7473711" cy="5090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8461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F2999C-D5F5-4D1B-AC08-65AC0E9EB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Искусство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56417A-C693-4FEF-B467-5ECAEAA3F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42" name="Picture 2" descr="Илья Репин: как русский художник-реалист решал мировую проблему - Дмитрий  Буянов - ИА REGNUM">
            <a:extLst>
              <a:ext uri="{FF2B5EF4-FFF2-40B4-BE49-F238E27FC236}">
                <a16:creationId xmlns:a16="http://schemas.microsoft.com/office/drawing/2014/main" id="{845CE454-C71C-4CEC-AEE3-7672D03E9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8138" y="235255"/>
            <a:ext cx="6025662" cy="3766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Буше франсуа &quot;мадам де помпадур&quot; описание картины, анализ, сочинение - Art  Music">
            <a:extLst>
              <a:ext uri="{FF2B5EF4-FFF2-40B4-BE49-F238E27FC236}">
                <a16:creationId xmlns:a16="http://schemas.microsoft.com/office/drawing/2014/main" id="{32ED1B74-E48D-4534-8808-C15D145B1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9" y="3212123"/>
            <a:ext cx="5249202" cy="3280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4404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A4463C-DAFB-4B17-B093-117B236E5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Литература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5F72E3-8157-432C-9B9A-821194616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1266" name="Picture 2" descr="Робинзон Крузо | Герои вики | Fandom">
            <a:extLst>
              <a:ext uri="{FF2B5EF4-FFF2-40B4-BE49-F238E27FC236}">
                <a16:creationId xmlns:a16="http://schemas.microsoft.com/office/drawing/2014/main" id="{3FF444D2-05CE-4FA7-936C-4D3751EBA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94" y="1557032"/>
            <a:ext cx="4460777" cy="4888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Лингвист назвал «бессмыслицу» из «Путешествий Гулливера» исковерканной  формой иврита">
            <a:extLst>
              <a:ext uri="{FF2B5EF4-FFF2-40B4-BE49-F238E27FC236}">
                <a16:creationId xmlns:a16="http://schemas.microsoft.com/office/drawing/2014/main" id="{CFFA163C-C533-45EE-841C-2918E5676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1710" y="1557031"/>
            <a:ext cx="6892393" cy="4935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8680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35EC2E-CB50-46E6-8BB2-74DB70884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Домашнее 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6DE7D3-5536-4B7A-B4C6-A475E7ADB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Доклад о выдающемся деятеле нового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17646690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457</Words>
  <Application>Microsoft Office PowerPoint</Application>
  <PresentationFormat>Широкоэкранный</PresentationFormat>
  <Paragraphs>44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Тема Office</vt:lpstr>
      <vt:lpstr>Новое время</vt:lpstr>
      <vt:lpstr>Презентация PowerPoint</vt:lpstr>
      <vt:lpstr>Эпоха возрождения</vt:lpstr>
      <vt:lpstr>Презентация PowerPoint</vt:lpstr>
      <vt:lpstr>основные черты философии эпохи Возрождения</vt:lpstr>
      <vt:lpstr>Гуманизм</vt:lpstr>
      <vt:lpstr>Интерес к природе</vt:lpstr>
      <vt:lpstr>Реализм в искусстве</vt:lpstr>
      <vt:lpstr>Великие географические открытия</vt:lpstr>
      <vt:lpstr>Традиционное и современное общество</vt:lpstr>
      <vt:lpstr>Реформация церкви</vt:lpstr>
      <vt:lpstr>Процесс индустриализации</vt:lpstr>
      <vt:lpstr>Человек нового времени</vt:lpstr>
      <vt:lpstr>Презентация PowerPoint</vt:lpstr>
      <vt:lpstr>Презентация PowerPoint</vt:lpstr>
      <vt:lpstr>Наследие нового времени</vt:lpstr>
      <vt:lpstr>Политическая система</vt:lpstr>
      <vt:lpstr>Облик городов</vt:lpstr>
      <vt:lpstr>Искусство</vt:lpstr>
      <vt:lpstr>Литература</vt:lpstr>
      <vt:lpstr>Домашнее задание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Новое время</dc:title>
  <dc:creator>Андрей Алексеев</dc:creator>
  <cp:lastModifiedBy>Андрей Алексеев</cp:lastModifiedBy>
  <cp:revision>18</cp:revision>
  <dcterms:created xsi:type="dcterms:W3CDTF">2022-09-01T12:13:53Z</dcterms:created>
  <dcterms:modified xsi:type="dcterms:W3CDTF">2022-09-01T13:28:43Z</dcterms:modified>
</cp:coreProperties>
</file>
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78" r:id="rId4"/>
    <p:sldId id="257" r:id="rId5"/>
    <p:sldId id="258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431896-C187-4073-B408-FD9FB237BF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E48BFE5-39BF-4D94-8EE7-6FC24E83D9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F5B1D79-C1F1-41EF-BBE4-99AE54A70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A923C-D923-4160-B076-110DA93A3B8C}" type="datetimeFigureOut">
              <a:rPr lang="ru-RU" smtClean="0"/>
              <a:t>01.09.2026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3C562E9-DD0B-4C2E-81B6-8AEA85ACC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B235C60-B578-4A2B-9585-6275D9C61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1F812-E773-40EB-AA2A-BF982CB63B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9475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2FD2D2-AD06-454A-A22D-354D5C422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D4F114E-AEE1-4F22-95CD-DDB32AA94A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BE31602-0DEC-440C-9B95-49EDDEF41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A923C-D923-4160-B076-110DA93A3B8C}" type="datetimeFigureOut">
              <a:rPr lang="ru-RU" smtClean="0"/>
              <a:t>01.09.2026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CFAE818-9021-40F2-9F63-0468187E1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A55E34D-A695-487B-88AE-818B3B6FA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1F812-E773-40EB-AA2A-BF982CB63B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6264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96BF6C-A8F6-415C-9C53-F60B8E9A6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4B56F67-3835-4CE4-9849-E74FAE4230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A7E6CEF-4688-4A8D-BBFD-48D727516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A923C-D923-4160-B076-110DA93A3B8C}" type="datetimeFigureOut">
              <a:rPr lang="ru-RU" smtClean="0"/>
              <a:t>01.09.2026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2FFBA4D-8C0D-4B7C-A2CC-67CB2D4E7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FAE17F9-7DCD-4160-9496-BB3262810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1F812-E773-40EB-AA2A-BF982CB63B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0266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7D52F3-20B7-4DEF-AE03-2D6430CDE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0DFC145-5E99-4F5F-80F6-FA919096B1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7EDDCF2-0D06-4E75-B809-698C56F9C3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E8F1AD9-D25E-4248-B718-BFAF690C3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A923C-D923-4160-B076-110DA93A3B8C}" type="datetimeFigureOut">
              <a:rPr lang="ru-RU" smtClean="0"/>
              <a:t>01.09.2026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6B8C9DE-F2FA-4498-819D-9ED7CE1C6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3F72138-7EF0-4598-84E4-D7BB6E5FF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1F812-E773-40EB-AA2A-BF982CB63B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4454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66C3DD-DB2A-42E3-BD05-E7443EF17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314D43F-C86D-4DF1-AD1A-1AE1B76C85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C9CA2EC-EB15-4A29-8289-72522EAFCF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A0629D5-1FBB-4294-B232-12917865C7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4D13FEB-5006-4424-BC22-D4D6A6EFE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8F31920-9C0F-4E87-AAC4-17D865AD9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A923C-D923-4160-B076-110DA93A3B8C}" type="datetimeFigureOut">
              <a:rPr lang="ru-RU" smtClean="0"/>
              <a:t>01.09.2026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4343A8F-298B-418C-A868-6B67141DF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DCB1D9A-CEF3-496A-803A-6A7EA010A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1F812-E773-40EB-AA2A-BF982CB63B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046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E7432B-B7CA-495C-A0B2-589678534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5E54A3E-03E5-468B-A67C-8BA42B54C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A923C-D923-4160-B076-110DA93A3B8C}" type="datetimeFigureOut">
              <a:rPr lang="ru-RU" smtClean="0"/>
              <a:t>01.09.2026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119B8A9-8FA0-4BF6-9CD9-B85494297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1FEF152-8C47-4965-9361-CE232E16E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1F812-E773-40EB-AA2A-BF982CB63B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4162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B1DBDD2-DB5C-46B2-ACFD-B2227D916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A923C-D923-4160-B076-110DA93A3B8C}" type="datetimeFigureOut">
              <a:rPr lang="ru-RU" smtClean="0"/>
              <a:t>01.09.2026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E094B30-D6FA-45C2-B43D-E40F5C330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5211F3A-5DDB-4320-AFB9-FE1887CCC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1F812-E773-40EB-AA2A-BF982CB63B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5416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8401CF-7186-4302-B5B8-46899FFCA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880121-C957-42CB-8052-8845812BAE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9538C4E-15F2-4618-AF59-920A259D4A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CB1834D-46EC-4DE3-81CF-F2D83C043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A923C-D923-4160-B076-110DA93A3B8C}" type="datetimeFigureOut">
              <a:rPr lang="ru-RU" smtClean="0"/>
              <a:t>01.09.2026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78309FE-333E-4312-BCFB-6F793B828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A5542B0-26D9-4C8B-8212-E60D36454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1F812-E773-40EB-AA2A-BF982CB63B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37620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3B8973-00EC-4F00-B354-6BD7E669B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6DD4C75-5DF0-43F8-8DC7-23DEB890CE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9993382-2FB6-4F0A-B6CE-97A93F1C26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39167AB-2B8E-4415-8A04-1892DB6C5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A923C-D923-4160-B076-110DA93A3B8C}" type="datetimeFigureOut">
              <a:rPr lang="ru-RU" smtClean="0"/>
              <a:t>01.09.2026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475F33E-83E7-4742-BAE1-B3FF62CAF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D30F906-629E-4C7B-9419-6C65F0BF0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1F812-E773-40EB-AA2A-BF982CB63B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99355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51BCDF-7217-4A56-B055-3B4D3957E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B3B6A5B-CCF2-4F7A-9666-A80251B99D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16D2CAB-AF15-4A39-9F6C-C9CC1B21A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A923C-D923-4160-B076-110DA93A3B8C}" type="datetimeFigureOut">
              <a:rPr lang="ru-RU" smtClean="0"/>
              <a:t>01.09.2026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41C4B5A-0A6E-41B0-ABBC-8C7DB2A7F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EE9CD89-8373-4D55-BE6C-8D1E68155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1F812-E773-40EB-AA2A-BF982CB63B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1097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9F654D4-BD3C-4FDF-A1AB-746E198994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409B6CC-8331-40CD-9F88-041908AAAC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BDCC712-9F07-4668-BADC-A988AE39A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A923C-D923-4160-B076-110DA93A3B8C}" type="datetimeFigureOut">
              <a:rPr lang="ru-RU" smtClean="0"/>
              <a:t>01.09.2026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2320D93-4CF4-4EBA-AA80-0CF3FE194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2A49DDE-307C-4EA6-B83A-0E221F526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1F812-E773-40EB-AA2A-BF982CB63B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80763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D163E1-F1A9-49AB-BBE8-DA9FDF524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55C5CFD-EC34-4275-9BB3-10C9B11264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60772FE-1E9E-41B4-8213-8E96380810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6A923C-D923-4160-B076-110DA93A3B8C}" type="datetimeFigureOut">
              <a:rPr lang="ru-RU" smtClean="0"/>
              <a:t>01.09.2026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2EEFEDB-7C6B-4587-B54C-3ED17A25F9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33D774E-48C3-4A36-ABB7-7BEE9DFE0E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91F812-E773-40EB-AA2A-BF982CB63B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1088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0C3E68-2A71-4C22-A63F-5538E5ADB1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Жизнь в </a:t>
            </a:r>
            <a:r>
              <a:rPr lang="en-US" dirty="0"/>
              <a:t>XIX </a:t>
            </a:r>
            <a:r>
              <a:rPr lang="ru-RU" dirty="0"/>
              <a:t>веке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FD105CE-F97C-46BE-9767-4B8F4C9644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31839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3C32CE-4130-4419-B398-52A0A5E55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Какие важнейшие исторические события вы помните из истории 8 класса?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FCE5861-E305-44DC-B3A6-B7EE970C68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031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719" y="0"/>
            <a:ext cx="10149840" cy="6766560"/>
          </a:xfrm>
        </p:spPr>
      </p:pic>
    </p:spTree>
    <p:extLst>
      <p:ext uri="{BB962C8B-B14F-4D97-AF65-F5344CB8AC3E}">
        <p14:creationId xmlns:p14="http://schemas.microsoft.com/office/powerpoint/2010/main" val="29799275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E6E9C6-BF90-46AB-8564-12A6BDD87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Традиционная культура</a:t>
            </a:r>
          </a:p>
        </p:txBody>
      </p:sp>
      <p:pic>
        <p:nvPicPr>
          <p:cNvPr id="1026" name="Picture 2" descr="Традиционная культура — Википедия">
            <a:extLst>
              <a:ext uri="{FF2B5EF4-FFF2-40B4-BE49-F238E27FC236}">
                <a16:creationId xmlns:a16="http://schemas.microsoft.com/office/drawing/2014/main" id="{6B2245E8-369E-42C9-B211-3552736F489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7789" y="1532413"/>
            <a:ext cx="8267435" cy="4960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1688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A7E021-477E-4E70-B4FF-8DBF836DC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Индустриальное общество</a:t>
            </a:r>
          </a:p>
        </p:txBody>
      </p:sp>
      <p:pic>
        <p:nvPicPr>
          <p:cNvPr id="2050" name="Picture 2" descr="Чем отличается индустриальное общество от постиндустриального общества">
            <a:extLst>
              <a:ext uri="{FF2B5EF4-FFF2-40B4-BE49-F238E27FC236}">
                <a16:creationId xmlns:a16="http://schemas.microsoft.com/office/drawing/2014/main" id="{BF0F8A73-B651-44BD-AC52-D857DB73DA3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2664" y="1564957"/>
            <a:ext cx="7237095" cy="5017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503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069526-3814-404B-8C05-4FBB17CBA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Социальные изменения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1384385-2369-4DD3-A3A8-96F313C7C7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Урбанизация</a:t>
            </a:r>
          </a:p>
          <a:p>
            <a:r>
              <a:rPr lang="ru-RU" dirty="0"/>
              <a:t>Возникновение новых классов</a:t>
            </a:r>
          </a:p>
          <a:p>
            <a:r>
              <a:rPr lang="ru-RU" dirty="0"/>
              <a:t>Повышение мобильности населения</a:t>
            </a:r>
          </a:p>
        </p:txBody>
      </p:sp>
    </p:spTree>
    <p:extLst>
      <p:ext uri="{BB962C8B-B14F-4D97-AF65-F5344CB8AC3E}">
        <p14:creationId xmlns:p14="http://schemas.microsoft.com/office/powerpoint/2010/main" val="24790145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E6A7C4-3F65-4FC6-8AF8-DB73E1F0A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Политические изменения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BC6EC8C-0073-4A22-8267-C51F24BEFF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ru-RU" dirty="0"/>
              <a:t>Демократизация</a:t>
            </a:r>
          </a:p>
          <a:p>
            <a:r>
              <a:rPr lang="ru-RU" dirty="0"/>
              <a:t>Возникновение идеологий</a:t>
            </a:r>
          </a:p>
          <a:p>
            <a:r>
              <a:rPr lang="ru-RU" dirty="0"/>
              <a:t>Возникновение правового государства</a:t>
            </a:r>
          </a:p>
        </p:txBody>
      </p:sp>
    </p:spTree>
    <p:extLst>
      <p:ext uri="{BB962C8B-B14F-4D97-AF65-F5344CB8AC3E}">
        <p14:creationId xmlns:p14="http://schemas.microsoft.com/office/powerpoint/2010/main" val="32352609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B09270-65A3-414E-AB71-64E7FC461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Культура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F6E35A0-97E6-4A77-9A59-E6618B3771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Светский характер</a:t>
            </a:r>
          </a:p>
          <a:p>
            <a:r>
              <a:rPr lang="ru-RU" dirty="0"/>
              <a:t>Появление реализма</a:t>
            </a:r>
          </a:p>
        </p:txBody>
      </p:sp>
      <p:pic>
        <p:nvPicPr>
          <p:cNvPr id="3074" name="Picture 2" descr="Гюстав Курбе (1819—1877) :: Великие художники. Онлайн энциклопедия">
            <a:extLst>
              <a:ext uri="{FF2B5EF4-FFF2-40B4-BE49-F238E27FC236}">
                <a16:creationId xmlns:a16="http://schemas.microsoft.com/office/drawing/2014/main" id="{98456C1F-E1CB-4C1F-ADA2-949AFF260F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3480" y="2356508"/>
            <a:ext cx="6987540" cy="4254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64691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C58C39-7027-41A0-89D0-8ECD7605B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Появилось больше исторических источников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88314F0-6958-4AB6-8A19-8CDDB7E1A9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41090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BD150C-0932-4BC2-BB14-91AC564D9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</a:t>
            </a:r>
            <a:r>
              <a:rPr lang="ru-RU" dirty="0"/>
              <a:t>Долгий </a:t>
            </a:r>
            <a:r>
              <a:rPr lang="en-US" dirty="0"/>
              <a:t>XIX </a:t>
            </a:r>
            <a:r>
              <a:rPr lang="ru-RU" dirty="0"/>
              <a:t>век</a:t>
            </a:r>
            <a:r>
              <a:rPr lang="en-US" dirty="0"/>
              <a:t>”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2E31670-E5F7-4B03-BC16-3CB96446C0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67187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A091B3-B832-46D4-90EA-D0ACF5601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Экономика </a:t>
            </a:r>
            <a:r>
              <a:rPr lang="en-US" dirty="0"/>
              <a:t>XIX </a:t>
            </a:r>
            <a:r>
              <a:rPr lang="ru-RU" dirty="0"/>
              <a:t>века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8C5FD80-1E0D-4DC1-9A22-20D18666E8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21099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5F72B5-9AD0-482F-851E-DC69592C7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Промышленная революция</a:t>
            </a:r>
          </a:p>
        </p:txBody>
      </p:sp>
      <p:pic>
        <p:nvPicPr>
          <p:cNvPr id="4098" name="Picture 2" descr="Четвертая промышленная революция: как выжить и преуспеть | Идеономика –  Умные о главном">
            <a:extLst>
              <a:ext uri="{FF2B5EF4-FFF2-40B4-BE49-F238E27FC236}">
                <a16:creationId xmlns:a16="http://schemas.microsoft.com/office/drawing/2014/main" id="{600A4B56-CBB4-48A3-B76C-A6CE78AAACC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5279" y="1825625"/>
            <a:ext cx="7061442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1569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F09D5A-09E3-47CA-BF4F-54A184C16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40FED2B-5A76-4020-8C7F-3276662A5A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Даже странно подумать, что раньше</a:t>
            </a:r>
            <a:r>
              <a:rPr lang="ru-RU" dirty="0"/>
              <a:t/>
            </a:r>
            <a:br>
              <a:rPr lang="ru-RU" dirty="0"/>
            </a:br>
            <a:r>
              <a:rPr lang="ru-RU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Каждый шел, как хотел - а теперь,</a:t>
            </a:r>
            <a:r>
              <a:rPr lang="ru-RU" dirty="0"/>
              <a:t/>
            </a:r>
            <a:br>
              <a:rPr lang="ru-RU" dirty="0"/>
            </a:br>
            <a:r>
              <a:rPr lang="ru-RU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Паровоз, как мессия, несет нас вперед</a:t>
            </a:r>
            <a:r>
              <a:rPr lang="ru-RU" dirty="0"/>
              <a:t/>
            </a:r>
            <a:br>
              <a:rPr lang="ru-RU" dirty="0"/>
            </a:br>
            <a:r>
              <a:rPr lang="ru-RU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По пути из Калинина в Тверь.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752201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A41571-5A3E-4665-969D-1BF747EC2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Транспортная революция </a:t>
            </a:r>
          </a:p>
        </p:txBody>
      </p:sp>
      <p:pic>
        <p:nvPicPr>
          <p:cNvPr id="5122" name="Picture 2" descr="Паровоз — Викицитатник">
            <a:extLst>
              <a:ext uri="{FF2B5EF4-FFF2-40B4-BE49-F238E27FC236}">
                <a16:creationId xmlns:a16="http://schemas.microsoft.com/office/drawing/2014/main" id="{FB53EE7A-23FC-4EAE-975D-834DFD446AE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0364" y="1457166"/>
            <a:ext cx="6863715" cy="5157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7301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8A2783-F588-4BE3-A39C-849C8C3C9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Пароход Фултона 1807 г</a:t>
            </a:r>
          </a:p>
        </p:txBody>
      </p:sp>
      <p:pic>
        <p:nvPicPr>
          <p:cNvPr id="6146" name="Picture 2" descr="Роберт Фултон.: boris_mavlyutov — LiveJournal">
            <a:extLst>
              <a:ext uri="{FF2B5EF4-FFF2-40B4-BE49-F238E27FC236}">
                <a16:creationId xmlns:a16="http://schemas.microsoft.com/office/drawing/2014/main" id="{688AAD86-944E-40D0-8FDF-DAE13C83C23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204" y="1825625"/>
            <a:ext cx="5587592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76388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9F98EB-63A7-49B0-A03E-5AABA5870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170" name="Picture 2" descr="Вокруг света за 80 дней (слушать аудиокнигу бесплатно) - автор Жюль Верн">
            <a:extLst>
              <a:ext uri="{FF2B5EF4-FFF2-40B4-BE49-F238E27FC236}">
                <a16:creationId xmlns:a16="http://schemas.microsoft.com/office/drawing/2014/main" id="{3EE76CB8-9DB2-4754-B3E7-1723C822EFC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520" y="164834"/>
            <a:ext cx="4255770" cy="6693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74596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788E58-F316-416C-A864-EB17A6338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Развитие капитализма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E94B019-9E16-452F-97B7-3679B82343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Акционерные общества</a:t>
            </a:r>
          </a:p>
          <a:p>
            <a:r>
              <a:rPr lang="ru-RU" dirty="0"/>
              <a:t>Капитал можно было получить из банковского кредита</a:t>
            </a:r>
          </a:p>
          <a:p>
            <a:r>
              <a:rPr lang="ru-RU" dirty="0"/>
              <a:t>Появление заводов</a:t>
            </a:r>
          </a:p>
          <a:p>
            <a:r>
              <a:rPr lang="ru-RU" dirty="0"/>
              <a:t>Стандартизация</a:t>
            </a:r>
          </a:p>
          <a:p>
            <a:r>
              <a:rPr lang="ru-RU" dirty="0"/>
              <a:t>Усиление разделения труда</a:t>
            </a:r>
          </a:p>
        </p:txBody>
      </p:sp>
    </p:spTree>
    <p:extLst>
      <p:ext uri="{BB962C8B-B14F-4D97-AF65-F5344CB8AC3E}">
        <p14:creationId xmlns:p14="http://schemas.microsoft.com/office/powerpoint/2010/main" val="34702437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EBA5F9-D680-47BC-B8C4-395166578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Неравномерность экономического развития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E167A5-4CBB-4975-8BD8-E2E005F27F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Смена экстенсивного роста интенсивным</a:t>
            </a:r>
          </a:p>
          <a:p>
            <a:r>
              <a:rPr lang="ru-RU" dirty="0"/>
              <a:t>Международная, региональная и отраслевая неравномерность развития</a:t>
            </a:r>
          </a:p>
        </p:txBody>
      </p:sp>
    </p:spTree>
    <p:extLst>
      <p:ext uri="{BB962C8B-B14F-4D97-AF65-F5344CB8AC3E}">
        <p14:creationId xmlns:p14="http://schemas.microsoft.com/office/powerpoint/2010/main" val="42605157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DE43BB-E019-4B29-AFB0-816B6DD60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Кризисы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D0BB7C-3542-446E-B494-70FCCD8698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Старого типа</a:t>
            </a:r>
          </a:p>
          <a:p>
            <a:r>
              <a:rPr lang="ru-RU" dirty="0"/>
              <a:t>Нового типа(перепроизводство)</a:t>
            </a:r>
          </a:p>
        </p:txBody>
      </p:sp>
    </p:spTree>
    <p:extLst>
      <p:ext uri="{BB962C8B-B14F-4D97-AF65-F5344CB8AC3E}">
        <p14:creationId xmlns:p14="http://schemas.microsoft.com/office/powerpoint/2010/main" val="4332294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3FD03B-3ADF-4E43-A6B0-6D65F45A5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Монополии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604954-BBDB-4DED-B01C-E269FBFE6E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Картели, синдикаты, тресты</a:t>
            </a:r>
          </a:p>
        </p:txBody>
      </p:sp>
    </p:spTree>
    <p:extLst>
      <p:ext uri="{BB962C8B-B14F-4D97-AF65-F5344CB8AC3E}">
        <p14:creationId xmlns:p14="http://schemas.microsoft.com/office/powerpoint/2010/main" val="19426751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36445D-F2E4-43C6-8C3F-FF7F5F1DE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Сельское хозяйство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669FC76-2290-4D85-9CE5-D1272F5C9F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Отмена сеньориальной системы и рабства</a:t>
            </a:r>
          </a:p>
          <a:p>
            <a:r>
              <a:rPr lang="ru-RU" dirty="0"/>
              <a:t>Увеличение производительности</a:t>
            </a:r>
          </a:p>
        </p:txBody>
      </p:sp>
    </p:spTree>
    <p:extLst>
      <p:ext uri="{BB962C8B-B14F-4D97-AF65-F5344CB8AC3E}">
        <p14:creationId xmlns:p14="http://schemas.microsoft.com/office/powerpoint/2010/main" val="3713289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7155C7-B92A-4941-B144-F6804A4A8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Развитие торговли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248B6AE-2E47-47C8-A574-ECB273F27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32577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869E7A-D107-44D1-AE80-08165F25F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Подготовить рассказ об одном из выдающихся деятелей </a:t>
            </a:r>
            <a:r>
              <a:rPr lang="en-US" dirty="0"/>
              <a:t>XIX </a:t>
            </a:r>
            <a:r>
              <a:rPr lang="ru-RU"/>
              <a:t>века.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447BAAE-28DA-4102-9EAE-59ACF658E3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281595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158</Words>
  <Application>Microsoft Office PowerPoint</Application>
  <PresentationFormat>Широкоэкранный</PresentationFormat>
  <Paragraphs>41</Paragraphs>
  <Slides>23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28" baseType="lpstr">
      <vt:lpstr>arial</vt:lpstr>
      <vt:lpstr>arial</vt:lpstr>
      <vt:lpstr>Calibri</vt:lpstr>
      <vt:lpstr>Calibri Light</vt:lpstr>
      <vt:lpstr>Тема Office</vt:lpstr>
      <vt:lpstr>Жизнь в XIX веке</vt:lpstr>
      <vt:lpstr>Какие важнейшие исторические события вы помните из истории 8 класса?</vt:lpstr>
      <vt:lpstr>Презентация PowerPoint</vt:lpstr>
      <vt:lpstr>Традиционная культура</vt:lpstr>
      <vt:lpstr>Индустриальное общество</vt:lpstr>
      <vt:lpstr>Социальные изменения</vt:lpstr>
      <vt:lpstr>Политические изменения</vt:lpstr>
      <vt:lpstr>Культура</vt:lpstr>
      <vt:lpstr>Появилось больше исторических источников</vt:lpstr>
      <vt:lpstr>“Долгий XIX век”</vt:lpstr>
      <vt:lpstr>Экономика XIX века</vt:lpstr>
      <vt:lpstr>Промышленная революция</vt:lpstr>
      <vt:lpstr>Презентация PowerPoint</vt:lpstr>
      <vt:lpstr>Транспортная революция </vt:lpstr>
      <vt:lpstr>Пароход Фултона 1807 г</vt:lpstr>
      <vt:lpstr>Презентация PowerPoint</vt:lpstr>
      <vt:lpstr>Развитие капитализма</vt:lpstr>
      <vt:lpstr>Неравномерность экономического развития</vt:lpstr>
      <vt:lpstr>Кризисы</vt:lpstr>
      <vt:lpstr>Монополии</vt:lpstr>
      <vt:lpstr>Сельское хозяйство</vt:lpstr>
      <vt:lpstr>Развитие торговли</vt:lpstr>
      <vt:lpstr>Подготовить рассказ об одном из выдающихся деятелей XIX века.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Жизнь в XIX веке</dc:title>
  <dc:creator>Андрей Алексеев</dc:creator>
  <cp:lastModifiedBy>Андрей Николаевич</cp:lastModifiedBy>
  <cp:revision>10</cp:revision>
  <dcterms:created xsi:type="dcterms:W3CDTF">2021-09-06T12:30:04Z</dcterms:created>
  <dcterms:modified xsi:type="dcterms:W3CDTF">2026-09-01T03:06:40Z</dcterms:modified>
</cp:coreProperties>
</file>
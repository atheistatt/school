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240D-FBB5-4DA3-8D00-3BD496B12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CB057A-EC19-4B9B-AC3A-9F6BEF666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8E473D-506C-4F4A-A837-35581AE1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93808C-55CB-46E5-BEEF-F8A41092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C6F6CE-8D6A-4367-B119-D2356926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97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64A13-4E54-4AAB-BD58-95ECC566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EF364D-1AD1-4E0B-8F88-85E7FADCB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26C8E9-9445-4D90-8DAA-A01F471A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BB4654-38B4-4BD7-AD0E-0E7F4228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2962A4-A285-4987-BE74-C17655FC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77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D4592-9A37-4FA8-8E90-8801445A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B66D84-5BB3-4964-B6B5-BFAE0F28E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67C357-302C-48DA-8812-32E2C2E6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4437E6-DD61-4445-9632-6C7EE1C0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753369-172D-4947-A817-ADDFB6B3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366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C82FEE-1D99-4DEB-8C14-E47E1CF8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BAEE3-09E1-4F1B-98AC-11FB26225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C24FE4-0525-4611-9D12-8009040E4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F78E32-1FDE-4571-9C67-40DD71A8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5D9567-140A-45E5-9CA1-6A2EE325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0341D8-14E8-4BCC-B8E4-B6C085269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20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B884-4AD1-40ED-A353-414FF8A78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236978-1D8C-4152-88BB-8F4EB3C30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D224AE-A73C-443E-8450-2832308CF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4E8388-DB01-4457-B93A-961478267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25D26A-26F8-4423-8761-A16044C39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3C9DA9-8F86-46FB-8CB4-B1D73DD9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7E6EAA-B5D7-4B4D-801D-E0CB9BAE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B2A7EF-AC3F-4B17-BF2D-FEDDAB54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33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BFBB-67BA-4E21-ADB0-783DFD649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450DFDB-FC0D-4461-A2BC-7D7669E0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45064C7-3337-4DCC-94BA-1C3F2456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127BCF-D943-4A44-8CB5-0962E330E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47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6C539A-F301-47DA-9AAF-C3C80B7C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F344AC-ABE4-424F-9C27-160FB049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60ADF9-FF2B-4425-9756-801EF4D0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63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86EE4-7932-4E4D-B794-E9598086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DAC39-E48C-4D3D-A01A-531D2C9AD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2EDBE8-148C-4640-82B2-75CEEC8B0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AD48D0-9C98-4D78-9D25-B1B0813B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113BE9-644E-4F43-8D69-1B8663E5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DC6EDB-EAAB-4088-BC0A-5FCDE988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36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978E9-BCA6-4AFA-8388-374FE235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07B21C-80BE-42F1-80A6-FB87A91373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778D8C-AB76-4786-970D-4F5EF92A6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9487C5-1C7D-45F7-A05E-DB22AD28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219EC7-9959-4A33-8DDB-8BD173F4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B1CBB9-24C4-436E-B57D-56423903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09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3A61F-EAB3-41BE-97AF-41A8BA5B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421075-8864-4AA5-9A20-CD6E4A1CF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018DB8-84DB-4DE5-87DC-9D75BC74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56E62F-0F7A-4736-84AE-7BDDC9DA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4BF510-0EF9-40D8-BDD7-5D1108E01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7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8EB9A4-F58A-4A57-984E-F2DEDD306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FC38A3-F4E3-4148-9935-06C0E40D4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CCC9-FDBD-4F04-A24E-9A03A0E1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F03B1-F417-47BE-9A0A-CBE274AA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39E257-9D55-48BC-A1C1-26AEA1F4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31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8FA88-AD01-48D4-B7D8-AE0CF25C9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81A955-3BE9-4D85-9E42-22DAC5F60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3DA70-AF8F-4D73-BB36-5532AC44F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1492E-E7BF-4627-AC90-6C1E84977A5D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512E21-EAE2-47EE-B994-CA8A51093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D6C703-C6E3-4B1E-A6D6-C2BFD5738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77CAE-1924-4202-8125-09ED8308BD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B6DC3-5061-4997-B66A-FDE426FB1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Социальная сфера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88420F-BCD6-4301-839E-922CE8148B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FFDF6-2C3E-4295-A270-190E4FAD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Демография </a:t>
            </a:r>
            <a:r>
              <a:rPr lang="en-US" dirty="0"/>
              <a:t>XIX </a:t>
            </a:r>
            <a:r>
              <a:rPr lang="ru-RU" dirty="0"/>
              <a:t>Века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026897-1ADD-4DF3-BA07-1D1823A58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Почему в традиционном обществе медленно росла численность населения?</a:t>
            </a:r>
          </a:p>
        </p:txBody>
      </p:sp>
      <p:pic>
        <p:nvPicPr>
          <p:cNvPr id="1026" name="Picture 2" descr="Традиционное общество: определение. Особенности традиционного общества ::  BusinessMan.ru">
            <a:extLst>
              <a:ext uri="{FF2B5EF4-FFF2-40B4-BE49-F238E27FC236}">
                <a16:creationId xmlns:a16="http://schemas.microsoft.com/office/drawing/2014/main" id="{5686AB34-0762-4D45-B160-DC6DD5F27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730" y="2559077"/>
            <a:ext cx="7006764" cy="393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89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72120-1859-4E33-BAB0-E97615635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E26ED0-44AE-449C-B881-77CE8168D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Рост численности населения</a:t>
            </a:r>
          </a:p>
          <a:p>
            <a:pPr lvl="1"/>
            <a:r>
              <a:rPr lang="ru-RU" dirty="0"/>
              <a:t>Население из Европы мигрирует в Америку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A72DD0-6528-4122-BD1D-69355549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853" y="2916921"/>
            <a:ext cx="7238514" cy="394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2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359502-B38B-4DC5-8880-B141051C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роста численности населения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1B173E-D5F5-4F98-98FE-F5B0686DF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Меняется отношение к детям</a:t>
            </a:r>
          </a:p>
          <a:p>
            <a:r>
              <a:rPr lang="ru-RU" dirty="0"/>
              <a:t>Меньше урон наносят войны</a:t>
            </a:r>
          </a:p>
          <a:p>
            <a:r>
              <a:rPr lang="ru-RU" dirty="0"/>
              <a:t>Открытия в медицине. Новые санитарные меры, канализация.</a:t>
            </a:r>
          </a:p>
          <a:p>
            <a:r>
              <a:rPr lang="ru-RU" dirty="0"/>
              <a:t>Улучшение питания</a:t>
            </a:r>
          </a:p>
          <a:p>
            <a:r>
              <a:rPr lang="ru-RU" dirty="0"/>
              <a:t>Снижение смертности</a:t>
            </a:r>
          </a:p>
        </p:txBody>
      </p:sp>
    </p:spTree>
    <p:extLst>
      <p:ext uri="{BB962C8B-B14F-4D97-AF65-F5344CB8AC3E}">
        <p14:creationId xmlns:p14="http://schemas.microsoft.com/office/powerpoint/2010/main" val="76917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6C8C9-5C27-4996-9711-FD31AA04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Мобильность населения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B8E380-03C0-4CA5-9CB1-93CA956A6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26" y="1416050"/>
            <a:ext cx="10515600" cy="4351338"/>
          </a:xfrm>
        </p:spPr>
        <p:txBody>
          <a:bodyPr/>
          <a:lstStyle/>
          <a:p>
            <a:r>
              <a:rPr lang="ru-RU" dirty="0"/>
              <a:t>Пространственная мобильность</a:t>
            </a:r>
          </a:p>
          <a:p>
            <a:r>
              <a:rPr lang="ru-RU" dirty="0"/>
              <a:t>Пауперизм – обеднение населения</a:t>
            </a:r>
          </a:p>
          <a:p>
            <a:r>
              <a:rPr lang="ru-RU" dirty="0"/>
              <a:t>Но появляется много дешевой рабочей силы</a:t>
            </a:r>
          </a:p>
        </p:txBody>
      </p:sp>
      <p:pic>
        <p:nvPicPr>
          <p:cNvPr id="2050" name="Picture 2" descr="Нищие — Википедия">
            <a:extLst>
              <a:ext uri="{FF2B5EF4-FFF2-40B4-BE49-F238E27FC236}">
                <a16:creationId xmlns:a16="http://schemas.microsoft.com/office/drawing/2014/main" id="{D5AC7C2C-EAE6-4AD3-880E-97CB6E3DB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484" y="3457575"/>
            <a:ext cx="26670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Англия в первой половине XIX века, государственный строй, капиталистическая  экономика, рабочее движение, внешняя политика">
            <a:extLst>
              <a:ext uri="{FF2B5EF4-FFF2-40B4-BE49-F238E27FC236}">
                <a16:creationId xmlns:a16="http://schemas.microsoft.com/office/drawing/2014/main" id="{9126427B-A6DE-41E4-83F5-BECE7AA4E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587" y="3829049"/>
            <a:ext cx="405765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72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5A8FB-3D5F-41FF-A0C4-3F620DC7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Урбанизация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3C2BCE-3CA9-42AA-B4D3-80A742E47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Лондон XIX века – архив исторических фотографий британской столицы 1800-х  годов">
            <a:extLst>
              <a:ext uri="{FF2B5EF4-FFF2-40B4-BE49-F238E27FC236}">
                <a16:creationId xmlns:a16="http://schemas.microsoft.com/office/drawing/2014/main" id="{9702B446-FC9E-466E-A499-0607AD03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558" y="1690688"/>
            <a:ext cx="7840305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689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D47D9-BC4A-4E69-A678-07ACA561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Социальная 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284D23-5902-48EA-9C77-E7DBB58DA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Сословия</a:t>
            </a:r>
            <a:r>
              <a:rPr lang="en-US" dirty="0"/>
              <a:t> </a:t>
            </a:r>
            <a:r>
              <a:rPr lang="ru-RU" dirty="0"/>
              <a:t> –</a:t>
            </a:r>
            <a:r>
              <a:rPr lang="en-US" dirty="0"/>
              <a:t>&gt;</a:t>
            </a:r>
            <a:r>
              <a:rPr lang="ru-RU" dirty="0"/>
              <a:t> классы    (Почему?)</a:t>
            </a:r>
          </a:p>
        </p:txBody>
      </p:sp>
      <p:pic>
        <p:nvPicPr>
          <p:cNvPr id="4098" name="Picture 2" descr="Trojden | Государство в XVII-XVIII вв.: Кошелев В. С. - 8 класс">
            <a:extLst>
              <a:ext uri="{FF2B5EF4-FFF2-40B4-BE49-F238E27FC236}">
                <a16:creationId xmlns:a16="http://schemas.microsoft.com/office/drawing/2014/main" id="{076185F4-73A5-458A-9249-A128437E9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598090"/>
            <a:ext cx="5981261" cy="425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Буржуй и рабочий: сошли со сцены истории? / А. Степанов">
            <a:extLst>
              <a:ext uri="{FF2B5EF4-FFF2-40B4-BE49-F238E27FC236}">
                <a16:creationId xmlns:a16="http://schemas.microsoft.com/office/drawing/2014/main" id="{6CF149C2-5EFE-4164-AD48-036509DC9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98090"/>
            <a:ext cx="5495580" cy="371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814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8CC6-E25B-40D6-8D4A-CC71585F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Социальное расслоение в деревне</a:t>
            </a:r>
          </a:p>
        </p:txBody>
      </p:sp>
      <p:pic>
        <p:nvPicPr>
          <p:cNvPr id="5122" name="Picture 2" descr="Виды крестьян — Благая земля">
            <a:extLst>
              <a:ext uri="{FF2B5EF4-FFF2-40B4-BE49-F238E27FC236}">
                <a16:creationId xmlns:a16="http://schemas.microsoft.com/office/drawing/2014/main" id="{EFC07D85-9E6F-4B36-B434-BBBB8B764F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839" y="1396416"/>
            <a:ext cx="4341531" cy="54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75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F2CBA-7397-42D8-9C31-359C347C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Буржуазия</a:t>
            </a:r>
          </a:p>
        </p:txBody>
      </p:sp>
      <p:pic>
        <p:nvPicPr>
          <p:cNvPr id="6146" name="Picture 2" descr="Плюсы и недостатки буржуазного права | Плюсы и минусы">
            <a:extLst>
              <a:ext uri="{FF2B5EF4-FFF2-40B4-BE49-F238E27FC236}">
                <a16:creationId xmlns:a16="http://schemas.microsoft.com/office/drawing/2014/main" id="{DF34A603-F56E-4F7B-B117-D294AB30FA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90" y="1825625"/>
            <a:ext cx="783481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81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340CD-1060-4C26-95DE-975532BE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Положение рабочих</a:t>
            </a:r>
          </a:p>
        </p:txBody>
      </p:sp>
      <p:pic>
        <p:nvPicPr>
          <p:cNvPr id="7170" name="Picture 2" descr="Запретные работы К. Маркса и Ф. Энгельса. Часть 7. Положение рабочего  класса в Англии: balbes92 — LiveJournal">
            <a:extLst>
              <a:ext uri="{FF2B5EF4-FFF2-40B4-BE49-F238E27FC236}">
                <a16:creationId xmlns:a16="http://schemas.microsoft.com/office/drawing/2014/main" id="{6FA00015-E004-4DCE-84FB-56314D68E5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377" y="1523999"/>
            <a:ext cx="7902251" cy="526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531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CCAB09-1385-4EDC-9AC8-DDB914D9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Таблица. Положительные и отрицательные </a:t>
            </a:r>
            <a:r>
              <a:rPr lang="ru-RU"/>
              <a:t>последствия урбанизации.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4582C-563A-497C-8E60-9136D7AF7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631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89</Words>
  <Application>Microsoft Office PowerPoint</Application>
  <PresentationFormat>Широкоэкранный</PresentationFormat>
  <Paragraphs>22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Социальная сфера</vt:lpstr>
      <vt:lpstr>Демография XIX Века</vt:lpstr>
      <vt:lpstr>Презентация PowerPoint</vt:lpstr>
      <vt:lpstr>Причины роста численности населения</vt:lpstr>
      <vt:lpstr>Мобильность населения</vt:lpstr>
      <vt:lpstr>Урбанизация </vt:lpstr>
      <vt:lpstr>Социальная структура</vt:lpstr>
      <vt:lpstr>Социальное расслоение в деревне</vt:lpstr>
      <vt:lpstr>Буржуазия</vt:lpstr>
      <vt:lpstr>Положение рабочих</vt:lpstr>
      <vt:lpstr>Таблица. Положительные и отрицательные последствия урбанизации.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Социальная сфера</dc:title>
  <dc:creator>Андрей Алексеев</dc:creator>
  <cp:lastModifiedBy>Андрей Алексеев</cp:lastModifiedBy>
  <cp:revision>9</cp:revision>
  <dcterms:created xsi:type="dcterms:W3CDTF">2021-09-09T11:36:07Z</dcterms:created>
  <dcterms:modified xsi:type="dcterms:W3CDTF">2021-09-09T12:40:20Z</dcterms:modified>
</cp:coreProperties>
</file>
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6BD7E6-99F6-4510-B091-3AD9F0653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8D0001-3842-4E14-AE34-8843FCE45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EC1D6E-1EDA-4340-AD0C-FF386D540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BB7A4-DE7A-4C67-AFEC-61FF8D26C796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909AFE-DF3E-4A64-8BAC-21225117D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0E8BDA-0339-4342-9658-CE3D7420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6575-1B5A-4918-BD64-7176E4043B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292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814C1-28F8-4492-855B-A0CD05826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37F649-FED9-4308-B823-B436898B2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B9027D-94F0-41E9-AE69-5C8667CC6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BB7A4-DE7A-4C67-AFEC-61FF8D26C796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AE2C6A-2754-4098-8607-472147AFA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7C618B-E31C-4324-99AA-E2131132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6575-1B5A-4918-BD64-7176E4043B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09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F2AAF7-AC36-4832-BB86-23E8822B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7541E3-B228-4365-AB91-2B462DB2B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AAFE28-8D88-4D82-ACAE-C0218B7B4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BB7A4-DE7A-4C67-AFEC-61FF8D26C796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86B273-4248-4E5E-955A-9E704FA1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5101ED-F918-470A-956E-D677BAEAE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6575-1B5A-4918-BD64-7176E4043B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445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773AE3-35B1-409F-8499-9B13B65B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165DD-CB75-4704-93FC-36E1D6237B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5F2A1F-B63D-4AAC-9F4E-6B179CFCA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2576BF-B3DF-4447-9C75-EFDDEF229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BB7A4-DE7A-4C67-AFEC-61FF8D26C796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5DFDA0-964D-4E24-8040-C39C47CF9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1BAB55-3960-4313-A06B-122D8E8A0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6575-1B5A-4918-BD64-7176E4043B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107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5792C6-37DD-4D00-AE5A-6106E91CD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0A0740-1A10-4A16-A8DC-3B58CC250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9A9756-71F2-4334-A1D8-83037CCA2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AEB6764-E67E-4FCA-B74A-2975936A24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5B2686F-D8F0-4415-A36F-C2F539C056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A402AFD-D484-46BE-A0BE-B2BBB9A6E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BB7A4-DE7A-4C67-AFEC-61FF8D26C796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0EA9254-7595-421A-B0C4-C37EF44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0803F54-777E-4C5B-AF91-1048F0461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6575-1B5A-4918-BD64-7176E4043B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92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DA3201-B866-4055-B77F-1EB72951B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E255EB8-FDAB-4D99-AA96-6B7E8D132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BB7A4-DE7A-4C67-AFEC-61FF8D26C796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4C170E0-6697-4CE3-8472-8CD612BE1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F65065B-3A8E-4FBF-9B4F-F55B02D4F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6575-1B5A-4918-BD64-7176E4043B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544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F066C49-DD45-4230-819D-B56B343FB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BB7A4-DE7A-4C67-AFEC-61FF8D26C796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1F20728-177B-4E4D-B054-9474B9DB4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CF6F8F-4FCF-4A93-A4A9-DA75FE1D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6575-1B5A-4918-BD64-7176E4043B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16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94E7FE-BB1C-4F3C-9576-3C3DDD0E9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0F01AA-09D6-4B42-9890-2C27145E5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9249AF-B877-440F-A56A-C42E0ACC7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9FDE59-8B84-4E22-827C-7BB78F80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BB7A4-DE7A-4C67-AFEC-61FF8D26C796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8A8FDE-0656-49E2-98FA-8A821CEA6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FCA306-EC39-4182-8DCE-90F8E3D2E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6575-1B5A-4918-BD64-7176E4043B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618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2281E4-4987-4D2F-B9ED-57F7949CB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F194BE9-97F2-4802-8306-E92ADC050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52678D9-BDDD-44C7-8813-7F337A6AB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C3FE4B-82F3-4A9B-BCCE-A1952C3C5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BB7A4-DE7A-4C67-AFEC-61FF8D26C796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8A1C59-3CFE-4CD2-85A6-114B15C3D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3CA4EF-8852-49CF-9263-5705C1D21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6575-1B5A-4918-BD64-7176E4043B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910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F8597-4FC5-4AEC-B6FF-AA62A5ADF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ADD0637-B10B-451A-B32D-E83592E12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E67BF3-4C8B-4553-802D-82372D57E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BB7A4-DE7A-4C67-AFEC-61FF8D26C796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8A61F9-64C2-4789-8533-FCE90151A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B76804-CB56-4FA4-A1E5-6D10C3973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6575-1B5A-4918-BD64-7176E4043B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28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A6777AA-C8C2-4869-813B-C5F9C39E91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D9FCB8D-F2FE-4836-843B-2525EEC74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9E5FCA-D92C-480D-9B57-0E5B07E7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BB7A4-DE7A-4C67-AFEC-61FF8D26C796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E44517-9589-462C-BB86-FCCA707C0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86DF89-E3AB-4F82-A201-03608F162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6575-1B5A-4918-BD64-7176E4043B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548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41B4E-C3C2-45AE-B2DF-5A95B99BF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5C6E2F-5A6C-482A-97A3-B1DFBE953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6DD98C-D6FD-4849-9F86-4FABCD55F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BB7A4-DE7A-4C67-AFEC-61FF8D26C796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BE5151-309C-4A5C-940A-C5A001537C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A28A6F-02B0-42EF-922B-34C83CF52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26575-1B5A-4918-BD64-7176E4043B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141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92DFB1-9602-4064-A54C-CD2E9C9A54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Введение в историю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2E9E08-2412-45B1-B966-454BF8B34D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416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BCB71E-1FCE-40B9-85EB-43C41104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история?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3975A6-9BB7-4A7B-B58F-3CECBF394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чего нам нужно изучать </a:t>
            </a:r>
            <a:r>
              <a:rPr lang="ru-RU"/>
              <a:t>историю?</a:t>
            </a:r>
            <a:endParaRPr lang="ru-RU" dirty="0"/>
          </a:p>
          <a:p>
            <a:r>
              <a:rPr lang="ru-RU" dirty="0"/>
              <a:t>История это наука?</a:t>
            </a:r>
          </a:p>
        </p:txBody>
      </p:sp>
    </p:spTree>
    <p:extLst>
      <p:ext uri="{BB962C8B-B14F-4D97-AF65-F5344CB8AC3E}">
        <p14:creationId xmlns:p14="http://schemas.microsoft.com/office/powerpoint/2010/main" val="1970385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02E55-2354-481D-9CE2-295AD0CD2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какие группы делятся науки?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E69F3-9925-47C8-9583-C4F723926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3606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70EFB-40F8-4778-B592-C32631771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7985"/>
            <a:ext cx="4011930" cy="3429635"/>
          </a:xfrm>
        </p:spPr>
        <p:txBody>
          <a:bodyPr/>
          <a:lstStyle/>
          <a:p>
            <a:r>
              <a:rPr lang="ru-RU" dirty="0"/>
              <a:t>Предмет</a:t>
            </a:r>
            <a:br>
              <a:rPr lang="ru-RU" dirty="0"/>
            </a:br>
            <a:r>
              <a:rPr lang="ru-RU" dirty="0"/>
              <a:t>Объект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315A40C-3B23-4E23-8D28-1DA4B4520C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7190" y="628015"/>
            <a:ext cx="5905500" cy="565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49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3F6478-3210-4B17-82CC-5C8B56E7F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историки узнают о том что было в прошлом?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360261-0E55-4701-9C35-462A3655D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362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DB9A6D-6925-44B3-AC85-07E991273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AF6793-81FA-4201-B935-D4C775C91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1. Письменные (но туда не входят эпиграфические источники: надписи на камнях, берестяные грамоты и т.п.).</a:t>
            </a:r>
          </a:p>
          <a:p>
            <a:r>
              <a:rPr lang="ru-RU" dirty="0"/>
              <a:t>2. Вещественные (археологические).</a:t>
            </a:r>
          </a:p>
          <a:p>
            <a:r>
              <a:rPr lang="ru-RU" dirty="0"/>
              <a:t>3. Устные источники.</a:t>
            </a:r>
          </a:p>
          <a:p>
            <a:r>
              <a:rPr lang="ru-RU" dirty="0"/>
              <a:t>4. Данные языка.</a:t>
            </a:r>
          </a:p>
          <a:p>
            <a:r>
              <a:rPr lang="ru-RU" dirty="0"/>
              <a:t>5. Этнографические (явления культурной и общественной жизни).</a:t>
            </a:r>
          </a:p>
          <a:p>
            <a:r>
              <a:rPr lang="ru-RU" dirty="0"/>
              <a:t>6. Кинофотодокументы.</a:t>
            </a:r>
          </a:p>
          <a:p>
            <a:r>
              <a:rPr lang="ru-RU" dirty="0"/>
              <a:t>7. </a:t>
            </a:r>
            <a:r>
              <a:rPr lang="ru-RU" dirty="0" err="1"/>
              <a:t>Фонодокументы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9473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C36A60-3E80-41D9-978C-4AE31D666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5F7C14-2AD5-4A06-86D3-DB3B50560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Источники</a:t>
            </a:r>
          </a:p>
          <a:p>
            <a:r>
              <a:rPr lang="ru-RU" dirty="0"/>
              <a:t>Исследования</a:t>
            </a:r>
          </a:p>
          <a:p>
            <a:r>
              <a:rPr lang="ru-RU" dirty="0"/>
              <a:t>Пособия</a:t>
            </a:r>
          </a:p>
        </p:txBody>
      </p:sp>
    </p:spTree>
    <p:extLst>
      <p:ext uri="{BB962C8B-B14F-4D97-AF65-F5344CB8AC3E}">
        <p14:creationId xmlns:p14="http://schemas.microsoft.com/office/powerpoint/2010/main" val="2692446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83D7F-A9D3-475C-8F1E-3E9DE9E78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55499-129D-456C-ABFF-6A7B22A28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ИСТОРИЧЕСКИЙ ФАКТ — это действительное событие, имевшее место и обладающее всегда следующими характеристиками: </a:t>
            </a:r>
            <a:r>
              <a:rPr lang="ru-RU" dirty="0" err="1"/>
              <a:t>локализованностью</a:t>
            </a:r>
            <a:r>
              <a:rPr lang="ru-RU" dirty="0"/>
              <a:t> во времени и пространстве, объективностью и неисчерпаемостью.</a:t>
            </a:r>
          </a:p>
          <a:p>
            <a:r>
              <a:rPr lang="ru-RU" dirty="0"/>
              <a:t>ИСТОРИЧЕСКИЙ ПРОЦЕСС - закономерное и последовательно чередование явлений</a:t>
            </a:r>
          </a:p>
        </p:txBody>
      </p:sp>
    </p:spTree>
    <p:extLst>
      <p:ext uri="{BB962C8B-B14F-4D97-AF65-F5344CB8AC3E}">
        <p14:creationId xmlns:p14="http://schemas.microsoft.com/office/powerpoint/2010/main" val="901696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F0BB61-392D-422D-86BB-A8C208D7D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Субъект истории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5F81F4-3A81-4008-BF09-2EDE9622F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151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A6DD35-608E-483C-8986-0F4052FD2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Общество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C93D87-AECE-49AB-A077-E6F895287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определённая совокупность людей, объединившихся для общения и совместного выполнения какой-либо деятельности (например, общество филателистов, общество охраны природы);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конкретный этап в историческом развитии народа или страны (например, феодальное общество);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отдельное конкретное общество, страна, государство, регион (например, современное российское общество).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6090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6751E1-4F4D-4BFA-8E72-12D218FE7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Цивилизация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7AE1BC-8EED-41EB-8EA1-608AEB1D1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локализованное во времени и пространстве общество. Локальные цивилизации являются целостными системами, представляющими собой комплексы экономической, политической, социальной и духовной подсистем, и развивающиеся по законам витальных циклов</a:t>
            </a:r>
          </a:p>
        </p:txBody>
      </p:sp>
    </p:spTree>
    <p:extLst>
      <p:ext uri="{BB962C8B-B14F-4D97-AF65-F5344CB8AC3E}">
        <p14:creationId xmlns:p14="http://schemas.microsoft.com/office/powerpoint/2010/main" val="914270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DA2960-897A-4687-84B6-75BCEDFD2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Народ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93D790-D9D2-4FA6-A88D-FAB33DA5B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683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8E532-CE05-4B9D-B811-5908E657B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Государство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BF6A42-175E-401B-8B7A-F0B480BC8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политическая форма организации общества на определённой территории, суверенная организация публичной власти</a:t>
            </a:r>
          </a:p>
        </p:txBody>
      </p:sp>
    </p:spTree>
    <p:extLst>
      <p:ext uri="{BB962C8B-B14F-4D97-AF65-F5344CB8AC3E}">
        <p14:creationId xmlns:p14="http://schemas.microsoft.com/office/powerpoint/2010/main" val="1314582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13B6CA-638F-4F9E-9B9F-E03864FC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Этнос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E03E08-5754-4F13-B846-EFB8636F4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Исторически сложившаяся общность людей (племя, народность, нация), имеющая социальную целостность и своеобразно-индивидуальный стереотип поведения.</a:t>
            </a:r>
          </a:p>
        </p:txBody>
      </p:sp>
    </p:spTree>
    <p:extLst>
      <p:ext uri="{BB962C8B-B14F-4D97-AF65-F5344CB8AC3E}">
        <p14:creationId xmlns:p14="http://schemas.microsoft.com/office/powerpoint/2010/main" val="526464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697FE8-0A46-4569-807B-F4AF6D69A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863BD9-67EC-41D0-95EA-5CF9DBCE5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Исторически сложившаяся устойчивая общность людей, возникшая на базе общности языка, территории, экономической жизни и психического склада, проявляющегося в общности культуры.</a:t>
            </a:r>
          </a:p>
        </p:txBody>
      </p:sp>
    </p:spTree>
    <p:extLst>
      <p:ext uri="{BB962C8B-B14F-4D97-AF65-F5344CB8AC3E}">
        <p14:creationId xmlns:p14="http://schemas.microsoft.com/office/powerpoint/2010/main" val="1122790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FDA14E-2F76-43F5-8C48-A61C77D1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Историческое время</a:t>
            </a:r>
          </a:p>
        </p:txBody>
      </p:sp>
      <p:pic>
        <p:nvPicPr>
          <p:cNvPr id="1026" name="Picture 2" descr="Лента времени. Основные памятные даты. Героизм кубанских казаков">
            <a:extLst>
              <a:ext uri="{FF2B5EF4-FFF2-40B4-BE49-F238E27FC236}">
                <a16:creationId xmlns:a16="http://schemas.microsoft.com/office/drawing/2014/main" id="{98B74060-D360-446E-8754-F66E04452A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1690687"/>
            <a:ext cx="8450580" cy="475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0355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604E54-F4D3-420D-9F80-A4775661A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CB9FCE-D0E3-4A8D-A1A3-4AD6209C9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Эволюционный и революционный подходы в истории.</a:t>
            </a:r>
          </a:p>
        </p:txBody>
      </p:sp>
    </p:spTree>
    <p:extLst>
      <p:ext uri="{BB962C8B-B14F-4D97-AF65-F5344CB8AC3E}">
        <p14:creationId xmlns:p14="http://schemas.microsoft.com/office/powerpoint/2010/main" val="587041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DE8A04-FDFF-41F6-90E1-FE745A04D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Исторические теории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410BB6-FF56-4F47-BB86-4D0E79EE5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694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CEBE65-7F75-4D89-A20B-878FE41BB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Марксистский подход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368CE0-8349-4A19-8F86-B7FC5B787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869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D9E67-82EC-45F5-99BA-34EBFABE5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Цивилизационный подход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CA78B7-9AAD-4B69-AF12-B2F11FBF9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245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9F10E0-61F1-4C60-B3D4-140E4EE74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Школа «</a:t>
            </a:r>
            <a:r>
              <a:rPr lang="ru-RU" dirty="0" err="1"/>
              <a:t>Анна́лов</a:t>
            </a:r>
            <a:r>
              <a:rPr lang="ru-RU" dirty="0"/>
              <a:t>»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C6BA7F-2F9B-4461-ADDE-4308FCFA9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Новое, расширенное понимание исторического источника, который стал теперь трактоваться как «всё, что человек говорит или пишет, всё, что он изготовляет, всё, к чему он прикасается»;</a:t>
            </a:r>
          </a:p>
          <a:p>
            <a:r>
              <a:rPr lang="ru-RU" dirty="0"/>
              <a:t>Новый метод работы с источником, путём постановки ему вопросов и проникновения в его идейную подоплёку. Стремление углубиться в источник и понять его «изнутри» поставило вопрос о мировоззрении людей, оставивших нам тот или иной источник, и ввело в научный оборот историков слово «менталитет».</a:t>
            </a:r>
          </a:p>
        </p:txBody>
      </p:sp>
    </p:spTree>
    <p:extLst>
      <p:ext uri="{BB962C8B-B14F-4D97-AF65-F5344CB8AC3E}">
        <p14:creationId xmlns:p14="http://schemas.microsoft.com/office/powerpoint/2010/main" val="22733318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379</Words>
  <Application>Microsoft Office PowerPoint</Application>
  <PresentationFormat>Широкоэкранный</PresentationFormat>
  <Paragraphs>41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Circe</vt:lpstr>
      <vt:lpstr>Тема Office</vt:lpstr>
      <vt:lpstr>Введение в историю</vt:lpstr>
      <vt:lpstr>Что такое история?</vt:lpstr>
      <vt:lpstr>На какие группы делятся науки?</vt:lpstr>
      <vt:lpstr>Предмет Объект</vt:lpstr>
      <vt:lpstr>Как историки узнают о том что было в прошлом?</vt:lpstr>
      <vt:lpstr>Презентация PowerPoint</vt:lpstr>
      <vt:lpstr>Презентация PowerPoint</vt:lpstr>
      <vt:lpstr>Презентация PowerPoint</vt:lpstr>
      <vt:lpstr>Субъект истории</vt:lpstr>
      <vt:lpstr>Общество</vt:lpstr>
      <vt:lpstr>Цивилизация</vt:lpstr>
      <vt:lpstr>Народ</vt:lpstr>
      <vt:lpstr>Государство</vt:lpstr>
      <vt:lpstr>Этнос</vt:lpstr>
      <vt:lpstr>Нация</vt:lpstr>
      <vt:lpstr>Историческое время</vt:lpstr>
      <vt:lpstr>Презентация PowerPoint</vt:lpstr>
      <vt:lpstr>Исторические теории</vt:lpstr>
      <vt:lpstr>Марксистский подход</vt:lpstr>
      <vt:lpstr>Цивилизационный подход</vt:lpstr>
      <vt:lpstr>Школа «Анна́лов»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историю</dc:title>
  <dc:creator>Андрей Алексеев</dc:creator>
  <cp:lastModifiedBy>Андрей Алексеев</cp:lastModifiedBy>
  <cp:revision>16</cp:revision>
  <dcterms:created xsi:type="dcterms:W3CDTF">2021-09-06T09:46:45Z</dcterms:created>
  <dcterms:modified xsi:type="dcterms:W3CDTF">2021-09-06T11:05:39Z</dcterms:modified>
</cp:coreProperties>
</file>
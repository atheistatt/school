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7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7953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71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863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51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6125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69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1340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5781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236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7077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09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006F21-1857-4920-9D1E-3F4D91DB697C}" type="datetimeFigureOut">
              <a:rPr lang="ru-RU" smtClean="0"/>
              <a:t>22.09.2026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C6D57-BF5B-47A6-805A-63D6599B0A9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903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Почему грамотность распространялась неравномерно? Назовите 2 причины и подтвердите каждую примером из текста.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Объясните связь: распространение грамотности → «век чтения». Почему одно способствовало другому?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Государство усилило контроль над школой. Назовите 2 причины, по которым это было ему необходимо, согласно тексту.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Автор называет XIX век «веком науки». Докажите это утверждение, приведя 3 признака изменения науки.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 smtClean="0"/>
              <a:t>Сформулируйте главный парадокс эпохи: почему успехи науки одновременно порождали оптимизм и неуверенность в будущем?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5863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</Words>
  <Application>Microsoft Office PowerPoint</Application>
  <PresentationFormat>Широкоэкранный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Андрей Николаевич</dc:creator>
  <cp:lastModifiedBy>Андрей Николаевич</cp:lastModifiedBy>
  <cp:revision>1</cp:revision>
  <dcterms:created xsi:type="dcterms:W3CDTF">2026-09-22T02:42:47Z</dcterms:created>
  <dcterms:modified xsi:type="dcterms:W3CDTF">2026-09-22T02:44:06Z</dcterms:modified>
</cp:coreProperties>
</file>